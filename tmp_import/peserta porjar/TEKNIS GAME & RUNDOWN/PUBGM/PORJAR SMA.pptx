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2" roundtripDataSignature="AMtx7mhknwzRKTBRbFmeF/Sgu0q/SXhF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980CDB-1125-42A8-8C78-4BCE0E5A400A}">
  <a:tblStyle styleId="{44980CDB-1125-42A8-8C78-4BCE0E5A400A}"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1" name="Shape 11"/>
        <p:cNvGrpSpPr/>
        <p:nvPr/>
      </p:nvGrpSpPr>
      <p:grpSpPr>
        <a:xfrm>
          <a:off x="0" y="0"/>
          <a:ext cx="0" cy="0"/>
          <a:chOff x="0" y="0"/>
          <a:chExt cx="0" cy="0"/>
        </a:xfrm>
      </p:grpSpPr>
      <p:sp>
        <p:nvSpPr>
          <p:cNvPr id="12" name="Google Shape;12;p17"/>
          <p:cNvSpPr/>
          <p:nvPr/>
        </p:nvSpPr>
        <p:spPr>
          <a:xfrm>
            <a:off x="1581924" y="2368308"/>
            <a:ext cx="9031605" cy="1085850"/>
          </a:xfrm>
          <a:custGeom>
            <a:rect b="b" l="l" r="r" t="t"/>
            <a:pathLst>
              <a:path extrusionOk="0" h="1085850" w="9031605">
                <a:moveTo>
                  <a:pt x="9011399" y="1085697"/>
                </a:moveTo>
                <a:lnTo>
                  <a:pt x="19799" y="1085697"/>
                </a:lnTo>
                <a:lnTo>
                  <a:pt x="16357" y="1085392"/>
                </a:lnTo>
                <a:lnTo>
                  <a:pt x="0" y="1065898"/>
                </a:lnTo>
                <a:lnTo>
                  <a:pt x="0" y="19799"/>
                </a:lnTo>
                <a:lnTo>
                  <a:pt x="19799" y="0"/>
                </a:lnTo>
                <a:lnTo>
                  <a:pt x="9011399" y="0"/>
                </a:lnTo>
                <a:lnTo>
                  <a:pt x="9031198" y="19799"/>
                </a:lnTo>
                <a:lnTo>
                  <a:pt x="39598" y="19799"/>
                </a:lnTo>
                <a:lnTo>
                  <a:pt x="19799" y="39598"/>
                </a:lnTo>
                <a:lnTo>
                  <a:pt x="39598" y="39598"/>
                </a:lnTo>
                <a:lnTo>
                  <a:pt x="39598" y="1046099"/>
                </a:lnTo>
                <a:lnTo>
                  <a:pt x="19799" y="1046099"/>
                </a:lnTo>
                <a:lnTo>
                  <a:pt x="39598" y="1065898"/>
                </a:lnTo>
                <a:lnTo>
                  <a:pt x="9031198" y="1065898"/>
                </a:lnTo>
                <a:lnTo>
                  <a:pt x="9030893" y="1069339"/>
                </a:lnTo>
                <a:lnTo>
                  <a:pt x="9014841" y="1085392"/>
                </a:lnTo>
                <a:lnTo>
                  <a:pt x="9011399" y="1085697"/>
                </a:lnTo>
                <a:close/>
              </a:path>
              <a:path extrusionOk="0" h="1085850" w="9031605">
                <a:moveTo>
                  <a:pt x="39598" y="39598"/>
                </a:moveTo>
                <a:lnTo>
                  <a:pt x="19799" y="39598"/>
                </a:lnTo>
                <a:lnTo>
                  <a:pt x="39598" y="19799"/>
                </a:lnTo>
                <a:lnTo>
                  <a:pt x="39598" y="39598"/>
                </a:lnTo>
                <a:close/>
              </a:path>
              <a:path extrusionOk="0" h="1085850" w="9031605">
                <a:moveTo>
                  <a:pt x="8991600" y="39598"/>
                </a:moveTo>
                <a:lnTo>
                  <a:pt x="39598" y="39598"/>
                </a:lnTo>
                <a:lnTo>
                  <a:pt x="39598" y="19799"/>
                </a:lnTo>
                <a:lnTo>
                  <a:pt x="8991600" y="19799"/>
                </a:lnTo>
                <a:lnTo>
                  <a:pt x="8991600" y="39598"/>
                </a:lnTo>
                <a:close/>
              </a:path>
              <a:path extrusionOk="0" h="1085850" w="9031605">
                <a:moveTo>
                  <a:pt x="8991600" y="1065898"/>
                </a:moveTo>
                <a:lnTo>
                  <a:pt x="8991600" y="19799"/>
                </a:lnTo>
                <a:lnTo>
                  <a:pt x="9011399" y="39598"/>
                </a:lnTo>
                <a:lnTo>
                  <a:pt x="9031198" y="39598"/>
                </a:lnTo>
                <a:lnTo>
                  <a:pt x="9031198" y="1046099"/>
                </a:lnTo>
                <a:lnTo>
                  <a:pt x="9011399" y="1046099"/>
                </a:lnTo>
                <a:lnTo>
                  <a:pt x="8991600" y="1065898"/>
                </a:lnTo>
                <a:close/>
              </a:path>
              <a:path extrusionOk="0" h="1085850" w="9031605">
                <a:moveTo>
                  <a:pt x="9031198" y="39598"/>
                </a:moveTo>
                <a:lnTo>
                  <a:pt x="9011399" y="39598"/>
                </a:lnTo>
                <a:lnTo>
                  <a:pt x="8991600" y="19799"/>
                </a:lnTo>
                <a:lnTo>
                  <a:pt x="9031198" y="19799"/>
                </a:lnTo>
                <a:lnTo>
                  <a:pt x="9031198" y="39598"/>
                </a:lnTo>
                <a:close/>
              </a:path>
              <a:path extrusionOk="0" h="1085850" w="9031605">
                <a:moveTo>
                  <a:pt x="39598" y="1065898"/>
                </a:moveTo>
                <a:lnTo>
                  <a:pt x="19799" y="1046099"/>
                </a:lnTo>
                <a:lnTo>
                  <a:pt x="39598" y="1046099"/>
                </a:lnTo>
                <a:lnTo>
                  <a:pt x="39598" y="1065898"/>
                </a:lnTo>
                <a:close/>
              </a:path>
              <a:path extrusionOk="0" h="1085850" w="9031605">
                <a:moveTo>
                  <a:pt x="8991600" y="1065898"/>
                </a:moveTo>
                <a:lnTo>
                  <a:pt x="39598" y="1065898"/>
                </a:lnTo>
                <a:lnTo>
                  <a:pt x="39598" y="1046099"/>
                </a:lnTo>
                <a:lnTo>
                  <a:pt x="8991600" y="1046099"/>
                </a:lnTo>
                <a:lnTo>
                  <a:pt x="8991600" y="1065898"/>
                </a:lnTo>
                <a:close/>
              </a:path>
              <a:path extrusionOk="0" h="1085850" w="9031605">
                <a:moveTo>
                  <a:pt x="9031198" y="1065898"/>
                </a:moveTo>
                <a:lnTo>
                  <a:pt x="8991600" y="1065898"/>
                </a:lnTo>
                <a:lnTo>
                  <a:pt x="9011399" y="1046099"/>
                </a:lnTo>
                <a:lnTo>
                  <a:pt x="9031198" y="1046099"/>
                </a:lnTo>
                <a:lnTo>
                  <a:pt x="9031198" y="1065898"/>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 name="Google Shape;13;p17"/>
          <p:cNvSpPr txBox="1"/>
          <p:nvPr>
            <p:ph type="ctrTitle"/>
          </p:nvPr>
        </p:nvSpPr>
        <p:spPr>
          <a:xfrm>
            <a:off x="4715891" y="2792602"/>
            <a:ext cx="2760217" cy="6057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7"/>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8"/>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8"/>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1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9"/>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9"/>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9"/>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20"/>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2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600" u="none" cap="none" strike="noStrik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ctrTitle"/>
          </p:nvPr>
        </p:nvSpPr>
        <p:spPr>
          <a:xfrm>
            <a:off x="3276599" y="2590800"/>
            <a:ext cx="5638799" cy="598241"/>
          </a:xfrm>
          <a:prstGeom prst="rect">
            <a:avLst/>
          </a:prstGeom>
          <a:noFill/>
          <a:ln>
            <a:noFill/>
          </a:ln>
        </p:spPr>
        <p:txBody>
          <a:bodyPr anchorCtr="0" anchor="t" bIns="0" lIns="0" spcFirstLastPara="1" rIns="0" wrap="square" tIns="13325">
            <a:spAutoFit/>
          </a:bodyPr>
          <a:lstStyle/>
          <a:p>
            <a:pPr indent="0" lvl="0" marL="14604" rtl="0" algn="l">
              <a:lnSpc>
                <a:spcPct val="100000"/>
              </a:lnSpc>
              <a:spcBef>
                <a:spcPts val="0"/>
              </a:spcBef>
              <a:spcAft>
                <a:spcPts val="0"/>
              </a:spcAft>
              <a:buNone/>
            </a:pPr>
            <a:r>
              <a:rPr lang="en-US" sz="3800"/>
              <a:t>PERATURAN PUBGM SMA</a:t>
            </a:r>
            <a:endParaRPr sz="3800"/>
          </a:p>
        </p:txBody>
      </p:sp>
      <p:sp>
        <p:nvSpPr>
          <p:cNvPr id="45" name="Google Shape;45;p1"/>
          <p:cNvSpPr txBox="1"/>
          <p:nvPr/>
        </p:nvSpPr>
        <p:spPr>
          <a:xfrm>
            <a:off x="4599304" y="1752600"/>
            <a:ext cx="299339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solidFill>
                  <a:srgbClr val="404040"/>
                </a:solidFill>
                <a:latin typeface="Trebuchet MS"/>
                <a:ea typeface="Trebuchet MS"/>
                <a:cs typeface="Trebuchet MS"/>
                <a:sym typeface="Trebuchet MS"/>
              </a:rPr>
              <a:t>PUBG MOBILE</a:t>
            </a:r>
            <a:endParaRPr sz="3600">
              <a:latin typeface="Trebuchet MS"/>
              <a:ea typeface="Trebuchet MS"/>
              <a:cs typeface="Trebuchet MS"/>
              <a:sym typeface="Trebuchet MS"/>
            </a:endParaRPr>
          </a:p>
        </p:txBody>
      </p:sp>
      <p:sp>
        <p:nvSpPr>
          <p:cNvPr id="46" name="Google Shape;46;p1"/>
          <p:cNvSpPr txBox="1"/>
          <p:nvPr/>
        </p:nvSpPr>
        <p:spPr>
          <a:xfrm>
            <a:off x="1524000" y="3810000"/>
            <a:ext cx="9067800" cy="56682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3600">
                <a:solidFill>
                  <a:srgbClr val="404040"/>
                </a:solidFill>
                <a:latin typeface="Trebuchet MS"/>
                <a:ea typeface="Trebuchet MS"/>
                <a:cs typeface="Trebuchet MS"/>
                <a:sym typeface="Trebuchet MS"/>
              </a:rPr>
              <a:t>PORJAR KOTA DENPASAR 2026</a:t>
            </a:r>
            <a:endParaRPr sz="36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 name="Shape 50"/>
        <p:cNvGrpSpPr/>
        <p:nvPr/>
      </p:nvGrpSpPr>
      <p:grpSpPr>
        <a:xfrm>
          <a:off x="0" y="0"/>
          <a:ext cx="0" cy="0"/>
          <a:chOff x="0" y="0"/>
          <a:chExt cx="0" cy="0"/>
        </a:xfrm>
      </p:grpSpPr>
      <p:sp>
        <p:nvSpPr>
          <p:cNvPr id="51" name="Google Shape;51;p2"/>
          <p:cNvSpPr/>
          <p:nvPr/>
        </p:nvSpPr>
        <p:spPr>
          <a:xfrm>
            <a:off x="1368425" y="457200"/>
            <a:ext cx="9455150" cy="792480"/>
          </a:xfrm>
          <a:custGeom>
            <a:rect b="b" l="l" r="r" t="t"/>
            <a:pathLst>
              <a:path extrusionOk="0" h="792480" w="9455150">
                <a:moveTo>
                  <a:pt x="9439732" y="792467"/>
                </a:moveTo>
                <a:lnTo>
                  <a:pt x="15240" y="792467"/>
                </a:lnTo>
                <a:lnTo>
                  <a:pt x="12268" y="792175"/>
                </a:lnTo>
                <a:lnTo>
                  <a:pt x="0" y="777239"/>
                </a:lnTo>
                <a:lnTo>
                  <a:pt x="0" y="15239"/>
                </a:lnTo>
                <a:lnTo>
                  <a:pt x="15240" y="0"/>
                </a:lnTo>
                <a:lnTo>
                  <a:pt x="9439732" y="0"/>
                </a:lnTo>
                <a:lnTo>
                  <a:pt x="9454972" y="15239"/>
                </a:lnTo>
                <a:lnTo>
                  <a:pt x="30480" y="15239"/>
                </a:lnTo>
                <a:lnTo>
                  <a:pt x="15240" y="30467"/>
                </a:lnTo>
                <a:lnTo>
                  <a:pt x="30480" y="30467"/>
                </a:lnTo>
                <a:lnTo>
                  <a:pt x="30480" y="761999"/>
                </a:lnTo>
                <a:lnTo>
                  <a:pt x="15240" y="761999"/>
                </a:lnTo>
                <a:lnTo>
                  <a:pt x="30480" y="777239"/>
                </a:lnTo>
                <a:lnTo>
                  <a:pt x="9454972" y="777239"/>
                </a:lnTo>
                <a:lnTo>
                  <a:pt x="9454680" y="780211"/>
                </a:lnTo>
                <a:lnTo>
                  <a:pt x="9442704" y="792175"/>
                </a:lnTo>
                <a:lnTo>
                  <a:pt x="9439732" y="792467"/>
                </a:lnTo>
                <a:close/>
              </a:path>
              <a:path extrusionOk="0" h="792480" w="9455150">
                <a:moveTo>
                  <a:pt x="30480" y="30467"/>
                </a:moveTo>
                <a:lnTo>
                  <a:pt x="15240" y="30467"/>
                </a:lnTo>
                <a:lnTo>
                  <a:pt x="30480" y="15239"/>
                </a:lnTo>
                <a:lnTo>
                  <a:pt x="30480" y="30467"/>
                </a:lnTo>
                <a:close/>
              </a:path>
              <a:path extrusionOk="0" h="792480" w="9455150">
                <a:moveTo>
                  <a:pt x="9424504" y="30467"/>
                </a:moveTo>
                <a:lnTo>
                  <a:pt x="30480" y="30467"/>
                </a:lnTo>
                <a:lnTo>
                  <a:pt x="30480" y="15239"/>
                </a:lnTo>
                <a:lnTo>
                  <a:pt x="9424504" y="15239"/>
                </a:lnTo>
                <a:lnTo>
                  <a:pt x="9424504" y="30467"/>
                </a:lnTo>
                <a:close/>
              </a:path>
              <a:path extrusionOk="0" h="792480" w="9455150">
                <a:moveTo>
                  <a:pt x="9424504" y="777239"/>
                </a:moveTo>
                <a:lnTo>
                  <a:pt x="9424504" y="15239"/>
                </a:lnTo>
                <a:lnTo>
                  <a:pt x="9439732" y="30467"/>
                </a:lnTo>
                <a:lnTo>
                  <a:pt x="9454972" y="30467"/>
                </a:lnTo>
                <a:lnTo>
                  <a:pt x="9454972" y="761999"/>
                </a:lnTo>
                <a:lnTo>
                  <a:pt x="9439732" y="761999"/>
                </a:lnTo>
                <a:lnTo>
                  <a:pt x="9424504" y="777239"/>
                </a:lnTo>
                <a:close/>
              </a:path>
              <a:path extrusionOk="0" h="792480" w="9455150">
                <a:moveTo>
                  <a:pt x="9454972" y="30467"/>
                </a:moveTo>
                <a:lnTo>
                  <a:pt x="9439732" y="30467"/>
                </a:lnTo>
                <a:lnTo>
                  <a:pt x="9424504" y="15239"/>
                </a:lnTo>
                <a:lnTo>
                  <a:pt x="9454972" y="15239"/>
                </a:lnTo>
                <a:lnTo>
                  <a:pt x="9454972" y="30467"/>
                </a:lnTo>
                <a:close/>
              </a:path>
              <a:path extrusionOk="0" h="792480" w="9455150">
                <a:moveTo>
                  <a:pt x="30480" y="777239"/>
                </a:moveTo>
                <a:lnTo>
                  <a:pt x="15240" y="761999"/>
                </a:lnTo>
                <a:lnTo>
                  <a:pt x="30480" y="761999"/>
                </a:lnTo>
                <a:lnTo>
                  <a:pt x="30480" y="777239"/>
                </a:lnTo>
                <a:close/>
              </a:path>
              <a:path extrusionOk="0" h="792480" w="9455150">
                <a:moveTo>
                  <a:pt x="9424504" y="777239"/>
                </a:moveTo>
                <a:lnTo>
                  <a:pt x="30480" y="777239"/>
                </a:lnTo>
                <a:lnTo>
                  <a:pt x="30480" y="761999"/>
                </a:lnTo>
                <a:lnTo>
                  <a:pt x="9424504" y="761999"/>
                </a:lnTo>
                <a:lnTo>
                  <a:pt x="9424504" y="777239"/>
                </a:lnTo>
                <a:close/>
              </a:path>
              <a:path extrusionOk="0" h="792480" w="9455150">
                <a:moveTo>
                  <a:pt x="9454972" y="777239"/>
                </a:moveTo>
                <a:lnTo>
                  <a:pt x="9424504" y="777239"/>
                </a:lnTo>
                <a:lnTo>
                  <a:pt x="9439732" y="761999"/>
                </a:lnTo>
                <a:lnTo>
                  <a:pt x="9454972" y="761999"/>
                </a:lnTo>
                <a:lnTo>
                  <a:pt x="9454972"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 name="Google Shape;52;p2"/>
          <p:cNvSpPr txBox="1"/>
          <p:nvPr>
            <p:ph type="title"/>
          </p:nvPr>
        </p:nvSpPr>
        <p:spPr>
          <a:xfrm>
            <a:off x="3025140" y="566420"/>
            <a:ext cx="6141720" cy="574039"/>
          </a:xfrm>
          <a:prstGeom prst="rect">
            <a:avLst/>
          </a:prstGeom>
          <a:noFill/>
          <a:ln>
            <a:noFill/>
          </a:ln>
        </p:spPr>
        <p:txBody>
          <a:bodyPr anchorCtr="0" anchor="t" bIns="0" lIns="0" spcFirstLastPara="1" rIns="0" wrap="square" tIns="99700">
            <a:spAutoFit/>
          </a:bodyPr>
          <a:lstStyle/>
          <a:p>
            <a:pPr indent="0" lvl="0" marL="1492885" rtl="0" algn="l">
              <a:lnSpc>
                <a:spcPct val="100000"/>
              </a:lnSpc>
              <a:spcBef>
                <a:spcPts val="0"/>
              </a:spcBef>
              <a:spcAft>
                <a:spcPts val="0"/>
              </a:spcAft>
              <a:buNone/>
            </a:pPr>
            <a:r>
              <a:rPr lang="en-US" sz="2800"/>
              <a:t>PERATURAN UMUM</a:t>
            </a:r>
            <a:endParaRPr sz="2800"/>
          </a:p>
        </p:txBody>
      </p:sp>
      <p:sp>
        <p:nvSpPr>
          <p:cNvPr id="53" name="Google Shape;53;p2"/>
          <p:cNvSpPr txBox="1"/>
          <p:nvPr/>
        </p:nvSpPr>
        <p:spPr>
          <a:xfrm>
            <a:off x="1382395" y="1371600"/>
            <a:ext cx="9438005" cy="4920193"/>
          </a:xfrm>
          <a:prstGeom prst="rect">
            <a:avLst/>
          </a:prstGeom>
          <a:noFill/>
          <a:ln>
            <a:noFill/>
          </a:ln>
        </p:spPr>
        <p:txBody>
          <a:bodyPr anchorCtr="0" anchor="t" bIns="0" lIns="0" spcFirstLastPara="1" rIns="0" wrap="square" tIns="133975">
            <a:spAutoFit/>
          </a:bodyPr>
          <a:lstStyle/>
          <a:p>
            <a:pPr indent="-342900" lvl="0" marL="355600" rtl="0" algn="just">
              <a:lnSpc>
                <a:spcPct val="150000"/>
              </a:lnSpc>
              <a:spcBef>
                <a:spcPts val="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diwajibkan untuk mengerti dan mengikuti seluruh peraturan yang berlaku.</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Dilarang menggunakan program pihak ketiga atau program illegal yang dapat mengganggu proses berjalannya turnamen.</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Peserta sudah berkumpul di area pertandingan. Tidak ada toleransi keterlambatan,  jika satu tim terdapat pemain yang tidak hadir maka yang bermain hanya anggota tim yang berada di area pertandingan.</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83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Semua peserta wajib berada di area pertandingan.</a:t>
            </a:r>
            <a:endParaRPr sz="1600">
              <a:solidFill>
                <a:schemeClr val="dk1"/>
              </a:solidFill>
              <a:latin typeface="Times New Roman"/>
              <a:ea typeface="Times New Roman"/>
              <a:cs typeface="Times New Roman"/>
              <a:sym typeface="Times New Roman"/>
            </a:endParaRPr>
          </a:p>
          <a:p>
            <a:pPr indent="-342900" lvl="0" marL="355600" marR="583565" rtl="0" algn="just">
              <a:lnSpc>
                <a:spcPct val="150000"/>
              </a:lnSpc>
              <a:spcBef>
                <a:spcPts val="1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Segala bentuk kelalaian yang disebabkan oleh peserta adalah di luar tanggung jawab panitia. Contoh: Error device dan lainnya.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tidak diizinkan untuk menggunakan dan memakai bug dengan sengaja.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Panitia bisa memberikan diskualifikasi kepada peserta selama turnamen sewaktu- waktu jika ada tindakan yang melanggar peraturan dan kelakuan buruk oleh peserta</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id="58" name="Google Shape;58;p3"/>
          <p:cNvSpPr/>
          <p:nvPr/>
        </p:nvSpPr>
        <p:spPr>
          <a:xfrm>
            <a:off x="2215895" y="594359"/>
            <a:ext cx="7760334" cy="792480"/>
          </a:xfrm>
          <a:custGeom>
            <a:rect b="b" l="l" r="r" t="t"/>
            <a:pathLst>
              <a:path extrusionOk="0" h="792480" w="7760334">
                <a:moveTo>
                  <a:pt x="7745044" y="792479"/>
                </a:moveTo>
                <a:lnTo>
                  <a:pt x="15240" y="792479"/>
                </a:lnTo>
                <a:lnTo>
                  <a:pt x="12268" y="792187"/>
                </a:lnTo>
                <a:lnTo>
                  <a:pt x="0" y="777239"/>
                </a:lnTo>
                <a:lnTo>
                  <a:pt x="0" y="15239"/>
                </a:lnTo>
                <a:lnTo>
                  <a:pt x="15240" y="0"/>
                </a:lnTo>
                <a:lnTo>
                  <a:pt x="7745044" y="0"/>
                </a:lnTo>
                <a:lnTo>
                  <a:pt x="7760271" y="15239"/>
                </a:lnTo>
                <a:lnTo>
                  <a:pt x="30480" y="15239"/>
                </a:lnTo>
                <a:lnTo>
                  <a:pt x="15240" y="30479"/>
                </a:lnTo>
                <a:lnTo>
                  <a:pt x="30480" y="30479"/>
                </a:lnTo>
                <a:lnTo>
                  <a:pt x="30480" y="761999"/>
                </a:lnTo>
                <a:lnTo>
                  <a:pt x="15240" y="761999"/>
                </a:lnTo>
                <a:lnTo>
                  <a:pt x="30480" y="777239"/>
                </a:lnTo>
                <a:lnTo>
                  <a:pt x="7760271" y="777239"/>
                </a:lnTo>
                <a:lnTo>
                  <a:pt x="7759979" y="780211"/>
                </a:lnTo>
                <a:lnTo>
                  <a:pt x="7748015" y="792187"/>
                </a:lnTo>
                <a:lnTo>
                  <a:pt x="7745044" y="792479"/>
                </a:lnTo>
                <a:close/>
              </a:path>
              <a:path extrusionOk="0" h="792480" w="7760334">
                <a:moveTo>
                  <a:pt x="30480" y="30479"/>
                </a:moveTo>
                <a:lnTo>
                  <a:pt x="15240" y="30479"/>
                </a:lnTo>
                <a:lnTo>
                  <a:pt x="30480" y="15239"/>
                </a:lnTo>
                <a:lnTo>
                  <a:pt x="30480" y="30479"/>
                </a:lnTo>
                <a:close/>
              </a:path>
              <a:path extrusionOk="0" h="792480" w="7760334">
                <a:moveTo>
                  <a:pt x="7729804" y="30479"/>
                </a:moveTo>
                <a:lnTo>
                  <a:pt x="30480" y="30479"/>
                </a:lnTo>
                <a:lnTo>
                  <a:pt x="30480" y="15239"/>
                </a:lnTo>
                <a:lnTo>
                  <a:pt x="7729804" y="15239"/>
                </a:lnTo>
                <a:lnTo>
                  <a:pt x="7729804" y="30479"/>
                </a:lnTo>
                <a:close/>
              </a:path>
              <a:path extrusionOk="0" h="792480" w="7760334">
                <a:moveTo>
                  <a:pt x="7729804" y="777239"/>
                </a:moveTo>
                <a:lnTo>
                  <a:pt x="7729804" y="15239"/>
                </a:lnTo>
                <a:lnTo>
                  <a:pt x="7745044" y="30479"/>
                </a:lnTo>
                <a:lnTo>
                  <a:pt x="7760271" y="30479"/>
                </a:lnTo>
                <a:lnTo>
                  <a:pt x="7760271" y="762000"/>
                </a:lnTo>
                <a:lnTo>
                  <a:pt x="7745044" y="761999"/>
                </a:lnTo>
                <a:lnTo>
                  <a:pt x="7729804" y="777239"/>
                </a:lnTo>
                <a:close/>
              </a:path>
              <a:path extrusionOk="0" h="792480" w="7760334">
                <a:moveTo>
                  <a:pt x="7760271" y="30479"/>
                </a:moveTo>
                <a:lnTo>
                  <a:pt x="7745044" y="30479"/>
                </a:lnTo>
                <a:lnTo>
                  <a:pt x="7729804" y="15239"/>
                </a:lnTo>
                <a:lnTo>
                  <a:pt x="7760271" y="15239"/>
                </a:lnTo>
                <a:lnTo>
                  <a:pt x="7760271" y="30479"/>
                </a:lnTo>
                <a:close/>
              </a:path>
              <a:path extrusionOk="0" h="792480" w="7760334">
                <a:moveTo>
                  <a:pt x="30480" y="777239"/>
                </a:moveTo>
                <a:lnTo>
                  <a:pt x="15240" y="761999"/>
                </a:lnTo>
                <a:lnTo>
                  <a:pt x="30480" y="761999"/>
                </a:lnTo>
                <a:lnTo>
                  <a:pt x="30480" y="777239"/>
                </a:lnTo>
                <a:close/>
              </a:path>
              <a:path extrusionOk="0" h="792480" w="7760334">
                <a:moveTo>
                  <a:pt x="7729804" y="777239"/>
                </a:moveTo>
                <a:lnTo>
                  <a:pt x="30480" y="777239"/>
                </a:lnTo>
                <a:lnTo>
                  <a:pt x="30480" y="761999"/>
                </a:lnTo>
                <a:lnTo>
                  <a:pt x="7729804" y="761999"/>
                </a:lnTo>
                <a:lnTo>
                  <a:pt x="7729804" y="777239"/>
                </a:lnTo>
                <a:close/>
              </a:path>
              <a:path extrusionOk="0" h="792480" w="7760334">
                <a:moveTo>
                  <a:pt x="7760271" y="777239"/>
                </a:moveTo>
                <a:lnTo>
                  <a:pt x="7729804" y="777239"/>
                </a:lnTo>
                <a:lnTo>
                  <a:pt x="7745044" y="761999"/>
                </a:lnTo>
                <a:lnTo>
                  <a:pt x="7760271" y="762000"/>
                </a:lnTo>
                <a:lnTo>
                  <a:pt x="7760271"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 name="Google Shape;59;p3"/>
          <p:cNvSpPr txBox="1"/>
          <p:nvPr>
            <p:ph type="title"/>
          </p:nvPr>
        </p:nvSpPr>
        <p:spPr>
          <a:xfrm>
            <a:off x="4472305" y="764857"/>
            <a:ext cx="3247390"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PERATURAN UMUM</a:t>
            </a:r>
            <a:endParaRPr sz="2800"/>
          </a:p>
        </p:txBody>
      </p:sp>
      <p:sp>
        <p:nvSpPr>
          <p:cNvPr id="60" name="Google Shape;60;p3"/>
          <p:cNvSpPr txBox="1"/>
          <p:nvPr/>
        </p:nvSpPr>
        <p:spPr>
          <a:xfrm>
            <a:off x="2296426" y="1511300"/>
            <a:ext cx="7679700" cy="5290500"/>
          </a:xfrm>
          <a:prstGeom prst="rect">
            <a:avLst/>
          </a:prstGeom>
          <a:noFill/>
          <a:ln>
            <a:noFill/>
          </a:ln>
        </p:spPr>
        <p:txBody>
          <a:bodyPr anchorCtr="0" anchor="t" bIns="0" lIns="0" spcFirstLastPara="1" rIns="0" wrap="square" tIns="12700">
            <a:spAutoFit/>
          </a:bodyPr>
          <a:lstStyle/>
          <a:p>
            <a:pPr indent="-342900" lvl="0" marL="355600" rtl="0" algn="l">
              <a:lnSpc>
                <a:spcPct val="150000"/>
              </a:lnSpc>
              <a:spcBef>
                <a:spcPts val="0"/>
              </a:spcBef>
              <a:spcAft>
                <a:spcPts val="0"/>
              </a:spcAft>
              <a:buSzPts val="2000"/>
              <a:buFont typeface="Calibri"/>
              <a:buAutoNum type="arabicPeriod"/>
            </a:pPr>
            <a:r>
              <a:rPr lang="en-US" sz="2000">
                <a:latin typeface="Times New Roman"/>
                <a:ea typeface="Times New Roman"/>
                <a:cs typeface="Times New Roman"/>
                <a:sym typeface="Times New Roman"/>
              </a:rPr>
              <a:t>Panitia bisa memberikan diskualifikasi kepada peserta selama turnamen</a:t>
            </a:r>
            <a:endParaRPr sz="2000">
              <a:latin typeface="Times New Roman"/>
              <a:ea typeface="Times New Roman"/>
              <a:cs typeface="Times New Roman"/>
              <a:sym typeface="Times New Roman"/>
            </a:endParaRPr>
          </a:p>
          <a:p>
            <a:pPr indent="-342900" lvl="0" marL="355600" rtl="0" algn="l">
              <a:lnSpc>
                <a:spcPct val="150000"/>
              </a:lnSpc>
              <a:spcBef>
                <a:spcPts val="100"/>
              </a:spcBef>
              <a:spcAft>
                <a:spcPts val="0"/>
              </a:spcAft>
              <a:buSzPts val="2000"/>
              <a:buFont typeface="Calibri"/>
              <a:buAutoNum type="arabicPeriod"/>
            </a:pPr>
            <a:r>
              <a:rPr lang="en-US" sz="2000">
                <a:latin typeface="Times New Roman"/>
                <a:ea typeface="Times New Roman"/>
                <a:cs typeface="Times New Roman"/>
                <a:sym typeface="Times New Roman"/>
              </a:rPr>
              <a:t>sewaktu-waktu jika ada tindakan yang melanggar peraturan dan kelakuan buruk oleh peserta.</a:t>
            </a:r>
            <a:endParaRPr/>
          </a:p>
          <a:p>
            <a:pPr indent="-342900" lvl="0" marL="356235" marR="823594" rtl="0" algn="l">
              <a:lnSpc>
                <a:spcPct val="150000"/>
              </a:lnSpc>
              <a:spcBef>
                <a:spcPts val="1445"/>
              </a:spcBef>
              <a:spcAft>
                <a:spcPts val="0"/>
              </a:spcAft>
              <a:buSzPts val="2000"/>
              <a:buFont typeface="Calibri"/>
              <a:buAutoNum type="arabicPeriod"/>
            </a:pPr>
            <a:r>
              <a:rPr lang="en-US" sz="2000">
                <a:latin typeface="Times New Roman"/>
                <a:ea typeface="Times New Roman"/>
                <a:cs typeface="Times New Roman"/>
                <a:sym typeface="Times New Roman"/>
              </a:rPr>
              <a:t>Hanya Ketua atau Perwakilan Team yang bergabung dalam Group Whatsapp.</a:t>
            </a:r>
            <a:endParaRPr/>
          </a:p>
          <a:p>
            <a:pPr indent="-342900" lvl="0" marL="35623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Peserta diwajibkan untuk berada di sekitar area pertandingan.</a:t>
            </a:r>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Setelah menyelesaikan pertandingan, segera kirim screenshoot hasil pertandingan</a:t>
            </a:r>
            <a:endParaRPr sz="2000">
              <a:latin typeface="Times New Roman"/>
              <a:ea typeface="Times New Roman"/>
              <a:cs typeface="Times New Roman"/>
              <a:sym typeface="Times New Roman"/>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PANITIA HANYA MENYEDIAKAN CUK ROLL SUMBER</a:t>
            </a:r>
            <a:endParaRPr sz="2000">
              <a:latin typeface="Times New Roman"/>
              <a:ea typeface="Times New Roman"/>
              <a:cs typeface="Times New Roman"/>
              <a:sym typeface="Times New Roman"/>
            </a:endParaRPr>
          </a:p>
          <a:p>
            <a:pPr indent="-355600" lvl="0" marL="457200" marR="653415" rtl="0" algn="l">
              <a:lnSpc>
                <a:spcPct val="150000"/>
              </a:lnSpc>
              <a:spcBef>
                <a:spcPts val="1200"/>
              </a:spcBef>
              <a:spcAft>
                <a:spcPts val="0"/>
              </a:spcAft>
              <a:buSzPts val="2000"/>
              <a:buFont typeface="Times New Roman"/>
              <a:buAutoNum type="arabicPeriod"/>
            </a:pPr>
            <a:r>
              <a:rPr lang="en-US" sz="2000">
                <a:solidFill>
                  <a:schemeClr val="dk1"/>
                </a:solidFill>
                <a:latin typeface="Times New Roman"/>
                <a:ea typeface="Times New Roman"/>
                <a:cs typeface="Times New Roman"/>
                <a:sym typeface="Times New Roman"/>
              </a:rPr>
              <a:t>Koneksi internet ditanggung oleh peserta</a:t>
            </a: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4"/>
          <p:cNvSpPr/>
          <p:nvPr/>
        </p:nvSpPr>
        <p:spPr>
          <a:xfrm>
            <a:off x="2083117" y="356359"/>
            <a:ext cx="7761605" cy="1220470"/>
          </a:xfrm>
          <a:custGeom>
            <a:rect b="b" l="l" r="r" t="t"/>
            <a:pathLst>
              <a:path extrusionOk="0" h="1220470" w="7761605">
                <a:moveTo>
                  <a:pt x="7761478" y="0"/>
                </a:moveTo>
                <a:lnTo>
                  <a:pt x="7729728" y="0"/>
                </a:lnTo>
                <a:lnTo>
                  <a:pt x="7729728" y="31750"/>
                </a:lnTo>
                <a:lnTo>
                  <a:pt x="7729728" y="1188720"/>
                </a:lnTo>
                <a:lnTo>
                  <a:pt x="31750" y="1188720"/>
                </a:lnTo>
                <a:lnTo>
                  <a:pt x="31750" y="31750"/>
                </a:lnTo>
                <a:lnTo>
                  <a:pt x="7729728" y="31750"/>
                </a:lnTo>
                <a:lnTo>
                  <a:pt x="7729728" y="0"/>
                </a:lnTo>
                <a:lnTo>
                  <a:pt x="0" y="0"/>
                </a:lnTo>
                <a:lnTo>
                  <a:pt x="0" y="1220470"/>
                </a:lnTo>
                <a:lnTo>
                  <a:pt x="7761478" y="1220470"/>
                </a:lnTo>
                <a:lnTo>
                  <a:pt x="7761478" y="1204595"/>
                </a:lnTo>
                <a:lnTo>
                  <a:pt x="7761478" y="1188720"/>
                </a:lnTo>
                <a:lnTo>
                  <a:pt x="7761478" y="31750"/>
                </a:lnTo>
                <a:lnTo>
                  <a:pt x="7761478" y="15875"/>
                </a:lnTo>
                <a:lnTo>
                  <a:pt x="7761478" y="0"/>
                </a:lnTo>
                <a:close/>
              </a:path>
            </a:pathLst>
          </a:custGeom>
          <a:solidFill>
            <a:srgbClr val="3D3D3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4"/>
          <p:cNvSpPr txBox="1"/>
          <p:nvPr>
            <p:ph type="title"/>
          </p:nvPr>
        </p:nvSpPr>
        <p:spPr>
          <a:xfrm>
            <a:off x="1524000" y="767716"/>
            <a:ext cx="7506716" cy="451484"/>
          </a:xfrm>
          <a:prstGeom prst="rect">
            <a:avLst/>
          </a:prstGeom>
          <a:noFill/>
          <a:ln>
            <a:noFill/>
          </a:ln>
        </p:spPr>
        <p:txBody>
          <a:bodyPr anchorCtr="0" anchor="t" bIns="0" lIns="0" spcFirstLastPara="1" rIns="0" wrap="square" tIns="12050">
            <a:spAutoFit/>
          </a:bodyPr>
          <a:lstStyle/>
          <a:p>
            <a:pPr indent="0" lvl="0" marL="2235835" rtl="0" algn="l">
              <a:lnSpc>
                <a:spcPct val="100000"/>
              </a:lnSpc>
              <a:spcBef>
                <a:spcPts val="0"/>
              </a:spcBef>
              <a:spcAft>
                <a:spcPts val="0"/>
              </a:spcAft>
              <a:buNone/>
            </a:pPr>
            <a:r>
              <a:rPr lang="en-US" sz="2800">
                <a:solidFill>
                  <a:srgbClr val="222222"/>
                </a:solidFill>
              </a:rPr>
              <a:t>KETENTUAN	PESERTA</a:t>
            </a:r>
            <a:endParaRPr sz="2800"/>
          </a:p>
        </p:txBody>
      </p:sp>
      <p:sp>
        <p:nvSpPr>
          <p:cNvPr id="67" name="Google Shape;67;p4"/>
          <p:cNvSpPr txBox="1"/>
          <p:nvPr/>
        </p:nvSpPr>
        <p:spPr>
          <a:xfrm>
            <a:off x="2023745" y="1828800"/>
            <a:ext cx="7880350" cy="3920753"/>
          </a:xfrm>
          <a:prstGeom prst="rect">
            <a:avLst/>
          </a:prstGeom>
          <a:noFill/>
          <a:ln>
            <a:noFill/>
          </a:ln>
        </p:spPr>
        <p:txBody>
          <a:bodyPr anchorCtr="0" anchor="t" bIns="0" lIns="0" spcFirstLastPara="1" rIns="0" wrap="square" tIns="13325">
            <a:spAutoFit/>
          </a:bodyPr>
          <a:lstStyle/>
          <a:p>
            <a:pPr indent="-457200" lvl="0" marL="469900" marR="8255" rtl="0" algn="just">
              <a:lnSpc>
                <a:spcPct val="150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Komposisi pemain dalam satu tim wajib siswa aktif dari satu sekolah yang sama</a:t>
            </a:r>
            <a:endParaRPr/>
          </a:p>
          <a:p>
            <a:pPr indent="-457200" lvl="0" marL="469900" marR="508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menggunakan pakaian seragam sekolah dan menggunakan sepatu (WAJIB 1 TEAM MENGGUNAKAN 1 VARIASI PAKAIAN SEKOLAH TIDAK ADA YANG BERBEDA)</a:t>
            </a:r>
            <a:endParaRPr b="1" sz="2000">
              <a:latin typeface="Times New Roman"/>
              <a:ea typeface="Times New Roman"/>
              <a:cs typeface="Times New Roman"/>
              <a:sym typeface="Times New Roman"/>
            </a:endParaRPr>
          </a:p>
          <a:p>
            <a:pPr indent="-457200" lvl="0" marL="469900" marR="1905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membawa penanda identitas diri yaitu KARTU PELAJAR/ RAPOT DAN SURAT KETERANGAN SEKOLAH</a:t>
            </a:r>
            <a:endParaRPr b="1" sz="2000">
              <a:latin typeface="Times New Roman"/>
              <a:ea typeface="Times New Roman"/>
              <a:cs typeface="Times New Roman"/>
              <a:sym typeface="Times New Roman"/>
            </a:endParaRPr>
          </a:p>
          <a:p>
            <a:pPr indent="-457200" lvl="0" marL="46990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Setiap Pemain hanya bisa bermain di satu tim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id="72" name="Google Shape;72;p5"/>
          <p:cNvSpPr/>
          <p:nvPr/>
        </p:nvSpPr>
        <p:spPr>
          <a:xfrm>
            <a:off x="2294754" y="381101"/>
            <a:ext cx="7760334" cy="812800"/>
          </a:xfrm>
          <a:custGeom>
            <a:rect b="b" l="l" r="r" t="t"/>
            <a:pathLst>
              <a:path extrusionOk="0" h="812800" w="7760334">
                <a:moveTo>
                  <a:pt x="7745044" y="812279"/>
                </a:moveTo>
                <a:lnTo>
                  <a:pt x="15240" y="812279"/>
                </a:lnTo>
                <a:lnTo>
                  <a:pt x="12268" y="811987"/>
                </a:lnTo>
                <a:lnTo>
                  <a:pt x="0" y="797039"/>
                </a:lnTo>
                <a:lnTo>
                  <a:pt x="0" y="15240"/>
                </a:lnTo>
                <a:lnTo>
                  <a:pt x="15240" y="0"/>
                </a:lnTo>
                <a:lnTo>
                  <a:pt x="7745044" y="0"/>
                </a:lnTo>
                <a:lnTo>
                  <a:pt x="7760271" y="15240"/>
                </a:lnTo>
                <a:lnTo>
                  <a:pt x="30480" y="15240"/>
                </a:lnTo>
                <a:lnTo>
                  <a:pt x="15240" y="30480"/>
                </a:lnTo>
                <a:lnTo>
                  <a:pt x="30480" y="30480"/>
                </a:lnTo>
                <a:lnTo>
                  <a:pt x="30480" y="781799"/>
                </a:lnTo>
                <a:lnTo>
                  <a:pt x="15240" y="781799"/>
                </a:lnTo>
                <a:lnTo>
                  <a:pt x="30480" y="797039"/>
                </a:lnTo>
                <a:lnTo>
                  <a:pt x="7760271" y="797039"/>
                </a:lnTo>
                <a:lnTo>
                  <a:pt x="7759979" y="800011"/>
                </a:lnTo>
                <a:lnTo>
                  <a:pt x="7748015" y="811987"/>
                </a:lnTo>
                <a:lnTo>
                  <a:pt x="7745044" y="812279"/>
                </a:lnTo>
                <a:close/>
              </a:path>
              <a:path extrusionOk="0" h="812800" w="7760334">
                <a:moveTo>
                  <a:pt x="30480" y="30480"/>
                </a:moveTo>
                <a:lnTo>
                  <a:pt x="15240" y="30480"/>
                </a:lnTo>
                <a:lnTo>
                  <a:pt x="30480" y="15240"/>
                </a:lnTo>
                <a:lnTo>
                  <a:pt x="30480" y="30480"/>
                </a:lnTo>
                <a:close/>
              </a:path>
              <a:path extrusionOk="0" h="812800" w="7760334">
                <a:moveTo>
                  <a:pt x="7729804" y="30480"/>
                </a:moveTo>
                <a:lnTo>
                  <a:pt x="30480" y="30480"/>
                </a:lnTo>
                <a:lnTo>
                  <a:pt x="30480" y="15240"/>
                </a:lnTo>
                <a:lnTo>
                  <a:pt x="7729804" y="15240"/>
                </a:lnTo>
                <a:lnTo>
                  <a:pt x="7729804" y="30480"/>
                </a:lnTo>
                <a:close/>
              </a:path>
              <a:path extrusionOk="0" h="812800" w="7760334">
                <a:moveTo>
                  <a:pt x="7729804" y="797039"/>
                </a:moveTo>
                <a:lnTo>
                  <a:pt x="7729804" y="15240"/>
                </a:lnTo>
                <a:lnTo>
                  <a:pt x="7745044" y="30480"/>
                </a:lnTo>
                <a:lnTo>
                  <a:pt x="7760271" y="30480"/>
                </a:lnTo>
                <a:lnTo>
                  <a:pt x="7760271" y="781799"/>
                </a:lnTo>
                <a:lnTo>
                  <a:pt x="7745044" y="781799"/>
                </a:lnTo>
                <a:lnTo>
                  <a:pt x="7729804" y="797039"/>
                </a:lnTo>
                <a:close/>
              </a:path>
              <a:path extrusionOk="0" h="812800" w="7760334">
                <a:moveTo>
                  <a:pt x="7760271" y="30480"/>
                </a:moveTo>
                <a:lnTo>
                  <a:pt x="7745044" y="30480"/>
                </a:lnTo>
                <a:lnTo>
                  <a:pt x="7729804" y="15240"/>
                </a:lnTo>
                <a:lnTo>
                  <a:pt x="7760271" y="15240"/>
                </a:lnTo>
                <a:lnTo>
                  <a:pt x="7760271" y="30480"/>
                </a:lnTo>
                <a:close/>
              </a:path>
              <a:path extrusionOk="0" h="812800" w="7760334">
                <a:moveTo>
                  <a:pt x="30480" y="797039"/>
                </a:moveTo>
                <a:lnTo>
                  <a:pt x="15240" y="781799"/>
                </a:lnTo>
                <a:lnTo>
                  <a:pt x="30480" y="781799"/>
                </a:lnTo>
                <a:lnTo>
                  <a:pt x="30480" y="797039"/>
                </a:lnTo>
                <a:close/>
              </a:path>
              <a:path extrusionOk="0" h="812800" w="7760334">
                <a:moveTo>
                  <a:pt x="7729804" y="797039"/>
                </a:moveTo>
                <a:lnTo>
                  <a:pt x="30480" y="797039"/>
                </a:lnTo>
                <a:lnTo>
                  <a:pt x="30480" y="781799"/>
                </a:lnTo>
                <a:lnTo>
                  <a:pt x="7729804" y="781799"/>
                </a:lnTo>
                <a:lnTo>
                  <a:pt x="7729804" y="797039"/>
                </a:lnTo>
                <a:close/>
              </a:path>
              <a:path extrusionOk="0" h="812800" w="7760334">
                <a:moveTo>
                  <a:pt x="7760271" y="797039"/>
                </a:moveTo>
                <a:lnTo>
                  <a:pt x="7729804" y="797039"/>
                </a:lnTo>
                <a:lnTo>
                  <a:pt x="7745044" y="781799"/>
                </a:lnTo>
                <a:lnTo>
                  <a:pt x="7760271" y="781799"/>
                </a:lnTo>
                <a:lnTo>
                  <a:pt x="7760271" y="7970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5"/>
          <p:cNvSpPr txBox="1"/>
          <p:nvPr>
            <p:ph type="title"/>
          </p:nvPr>
        </p:nvSpPr>
        <p:spPr>
          <a:xfrm>
            <a:off x="3329940" y="530326"/>
            <a:ext cx="553212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74" name="Google Shape;74;p5"/>
          <p:cNvSpPr txBox="1"/>
          <p:nvPr/>
        </p:nvSpPr>
        <p:spPr>
          <a:xfrm>
            <a:off x="1959125" y="1193900"/>
            <a:ext cx="9099000" cy="5730600"/>
          </a:xfrm>
          <a:prstGeom prst="rect">
            <a:avLst/>
          </a:prstGeom>
          <a:noFill/>
          <a:ln>
            <a:noFill/>
          </a:ln>
        </p:spPr>
        <p:txBody>
          <a:bodyPr anchorCtr="0" anchor="t" bIns="0" lIns="0" spcFirstLastPara="1" rIns="0" wrap="square" tIns="12700">
            <a:spAutoFit/>
          </a:bodyPr>
          <a:lstStyle/>
          <a:p>
            <a:pPr indent="-342900" lvl="0" marL="355600" marR="386080" rtl="0" algn="l">
              <a:lnSpc>
                <a:spcPct val="109900"/>
              </a:lnSpc>
              <a:spcBef>
                <a:spcPts val="0"/>
              </a:spcBef>
              <a:spcAft>
                <a:spcPts val="0"/>
              </a:spcAft>
              <a:buSzPts val="1800"/>
              <a:buFont typeface="Calibri"/>
              <a:buAutoNum type="arabicPeriod"/>
            </a:pPr>
            <a:r>
              <a:rPr lang="en-US" sz="1800">
                <a:latin typeface="Times New Roman"/>
                <a:ea typeface="Times New Roman"/>
                <a:cs typeface="Times New Roman"/>
                <a:sym typeface="Times New Roman"/>
              </a:rPr>
              <a:t>Jika peserta bermain menggunakan ID lain tanpa konfirmasi ke panitia, maka peserta bisa didiskualifikasi.</a:t>
            </a:r>
            <a:endParaRPr/>
          </a:p>
          <a:p>
            <a:pPr indent="-342900" lvl="0" marL="355600" marR="5080" rtl="0" algn="just">
              <a:lnSpc>
                <a:spcPct val="103899"/>
              </a:lnSpc>
              <a:spcBef>
                <a:spcPts val="1100"/>
              </a:spcBef>
              <a:spcAft>
                <a:spcPts val="0"/>
              </a:spcAft>
              <a:buSzPts val="1800"/>
              <a:buFont typeface="Calibri"/>
              <a:buAutoNum type="arabicPeriod"/>
            </a:pPr>
            <a:r>
              <a:rPr lang="en-US" sz="1800">
                <a:latin typeface="Times New Roman"/>
                <a:ea typeface="Times New Roman"/>
                <a:cs typeface="Times New Roman"/>
                <a:sym typeface="Times New Roman"/>
              </a:rPr>
              <a:t>Jika melewati waktu keterlambatan maka akan di diskualifikasi Jika ada peserta yang ketahuan memakai program ilegal, peserta tersebut akan diberikan sanksi berupa ban ID, diskualifikasi dan hak untuk keikutsertaan dalam turnamen komunitas.</a:t>
            </a:r>
            <a:endParaRPr/>
          </a:p>
          <a:p>
            <a:pPr indent="-342900" lvl="0" marL="355600" marR="717550" rtl="0" algn="l">
              <a:lnSpc>
                <a:spcPct val="100800"/>
              </a:lnSpc>
              <a:spcBef>
                <a:spcPts val="1080"/>
              </a:spcBef>
              <a:spcAft>
                <a:spcPts val="0"/>
              </a:spcAft>
              <a:buSzPts val="1800"/>
              <a:buFont typeface="Calibri"/>
              <a:buAutoNum type="arabicPeriod"/>
            </a:pPr>
            <a:r>
              <a:rPr lang="en-US" sz="1800">
                <a:latin typeface="Times New Roman"/>
                <a:ea typeface="Times New Roman"/>
                <a:cs typeface="Times New Roman"/>
                <a:sym typeface="Times New Roman"/>
              </a:rPr>
              <a:t>Jika ketahuan menggunakan bug secara sengaja oleh pihak panitia maka peserta tersebut akan di diskualifikasi.</a:t>
            </a:r>
            <a:endParaRPr/>
          </a:p>
          <a:p>
            <a:pPr indent="-342900" lvl="0" marL="355600" marR="202565" rtl="0" algn="l">
              <a:lnSpc>
                <a:spcPct val="115900"/>
              </a:lnSpc>
              <a:spcBef>
                <a:spcPts val="620"/>
              </a:spcBef>
              <a:spcAft>
                <a:spcPts val="0"/>
              </a:spcAft>
              <a:buSzPts val="1800"/>
              <a:buFont typeface="Calibri"/>
              <a:buAutoNum type="arabicPeriod"/>
            </a:pPr>
            <a:r>
              <a:rPr lang="en-US" sz="1800">
                <a:latin typeface="Times New Roman"/>
                <a:ea typeface="Times New Roman"/>
                <a:cs typeface="Times New Roman"/>
                <a:sym typeface="Times New Roman"/>
              </a:rPr>
              <a:t>Panitia berhak mendiskualifikasi pemain yang bertindak kasar atau tidak sopan terhadap</a:t>
            </a:r>
            <a:endParaRPr sz="1800">
              <a:latin typeface="Times New Roman"/>
              <a:ea typeface="Times New Roman"/>
              <a:cs typeface="Times New Roman"/>
              <a:sym typeface="Times New Roman"/>
            </a:endParaRPr>
          </a:p>
          <a:p>
            <a:pPr indent="-342900" lvl="0" marL="355600" marR="202565" rtl="0" algn="l">
              <a:lnSpc>
                <a:spcPct val="115900"/>
              </a:lnSpc>
              <a:spcBef>
                <a:spcPts val="620"/>
              </a:spcBef>
              <a:spcAft>
                <a:spcPts val="0"/>
              </a:spcAft>
              <a:buSzPts val="1800"/>
              <a:buFont typeface="Calibri"/>
              <a:buAutoNum type="arabicPeriod"/>
            </a:pPr>
            <a:r>
              <a:rPr lang="en-US" sz="1800">
                <a:latin typeface="Times New Roman"/>
                <a:ea typeface="Times New Roman"/>
                <a:cs typeface="Times New Roman"/>
                <a:sym typeface="Times New Roman"/>
              </a:rPr>
              <a:t>sesama player atau panitia.</a:t>
            </a:r>
            <a:endParaRPr/>
          </a:p>
          <a:p>
            <a:pPr indent="-342900" lvl="0" marL="457200" rtl="0" algn="l">
              <a:lnSpc>
                <a:spcPct val="106000"/>
              </a:lnSpc>
              <a:spcBef>
                <a:spcPts val="0"/>
              </a:spcBef>
              <a:spcAft>
                <a:spcPts val="0"/>
              </a:spcAft>
              <a:buSzPts val="1800"/>
              <a:buFont typeface="Calibri"/>
              <a:buAutoNum type="arabicPeriod"/>
            </a:pPr>
            <a:r>
              <a:rPr lang="en-US" sz="1800">
                <a:solidFill>
                  <a:schemeClr val="dk1"/>
                </a:solidFill>
                <a:latin typeface="Calibri"/>
                <a:ea typeface="Calibri"/>
                <a:cs typeface="Calibri"/>
                <a:sym typeface="Calibri"/>
              </a:rPr>
              <a:t>1.</a:t>
            </a:r>
            <a:r>
              <a:rPr lang="en-US" sz="1800">
                <a:solidFill>
                  <a:schemeClr val="dk1"/>
                </a:solidFill>
              </a:rPr>
              <a:t>Pelanggaran Format Turnamen akan diberikan 1x peringatan, jika mendapatkan 2x peringatan akan terkena pengurangan point sebesar (-20) dan untuk peringatan 3x akan dikeluarkan dari area pertandingan pada Match yang sedang berlangsung</a:t>
            </a:r>
            <a:endParaRPr sz="1800">
              <a:latin typeface="Times New Roman"/>
              <a:ea typeface="Times New Roman"/>
              <a:cs typeface="Times New Roman"/>
              <a:sym typeface="Times New Roman"/>
            </a:endParaRPr>
          </a:p>
          <a:p>
            <a:pPr indent="-342900" lvl="0" marL="355600" rtl="0" algn="l">
              <a:lnSpc>
                <a:spcPct val="100000"/>
              </a:lnSpc>
              <a:spcBef>
                <a:spcPts val="1495"/>
              </a:spcBef>
              <a:spcAft>
                <a:spcPts val="0"/>
              </a:spcAft>
              <a:buSzPts val="1800"/>
              <a:buFont typeface="Calibri"/>
              <a:buAutoNum type="arabicPeriod"/>
            </a:pPr>
            <a:r>
              <a:rPr lang="en-US" sz="1800">
                <a:latin typeface="Times New Roman"/>
                <a:ea typeface="Times New Roman"/>
                <a:cs typeface="Times New Roman"/>
                <a:sym typeface="Times New Roman"/>
              </a:rPr>
              <a:t>Peserta dilarang bermain pada lebih dari satu tim.</a:t>
            </a:r>
            <a:endParaRPr sz="1800">
              <a:latin typeface="Times New Roman"/>
              <a:ea typeface="Times New Roman"/>
              <a:cs typeface="Times New Roman"/>
              <a:sym typeface="Times New Roman"/>
            </a:endParaRPr>
          </a:p>
          <a:p>
            <a:pPr indent="-342900" lvl="0" marL="457200" marR="5080" rtl="0" algn="just">
              <a:spcBef>
                <a:spcPts val="1815"/>
              </a:spcBef>
              <a:spcAft>
                <a:spcPts val="0"/>
              </a:spcAft>
              <a:buClr>
                <a:srgbClr val="252525"/>
              </a:buClr>
              <a:buSzPts val="1800"/>
              <a:buFont typeface="Trebuchet MS"/>
              <a:buAutoNum type="arabicPeriod"/>
            </a:pPr>
            <a:r>
              <a:rPr lang="en-US" sz="1800">
                <a:solidFill>
                  <a:srgbClr val="252525"/>
                </a:solidFill>
                <a:latin typeface="Trebuchet MS"/>
                <a:ea typeface="Trebuchet MS"/>
                <a:cs typeface="Trebuchet MS"/>
                <a:sym typeface="Trebuchet MS"/>
              </a:rPr>
              <a:t>Dilarang keras menggunakan joki. jika ketahuan menggunakan joki maka dari pihak panitia melakukan WO ditempat</a:t>
            </a:r>
            <a:endParaRPr sz="1800">
              <a:solidFill>
                <a:srgbClr val="252525"/>
              </a:solidFill>
              <a:latin typeface="Trebuchet MS"/>
              <a:ea typeface="Trebuchet MS"/>
              <a:cs typeface="Trebuchet MS"/>
              <a:sym typeface="Trebuchet MS"/>
            </a:endParaRPr>
          </a:p>
          <a:p>
            <a:pPr indent="0" lvl="0" marL="0" rtl="0" algn="l">
              <a:lnSpc>
                <a:spcPct val="100000"/>
              </a:lnSpc>
              <a:spcBef>
                <a:spcPts val="1495"/>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sp>
        <p:nvSpPr>
          <p:cNvPr id="79" name="Google Shape;79;p6"/>
          <p:cNvSpPr/>
          <p:nvPr/>
        </p:nvSpPr>
        <p:spPr>
          <a:xfrm>
            <a:off x="2345372" y="1441703"/>
            <a:ext cx="7630795" cy="673100"/>
          </a:xfrm>
          <a:custGeom>
            <a:rect b="b" l="l" r="r" t="t"/>
            <a:pathLst>
              <a:path extrusionOk="0" h="673100" w="7630795">
                <a:moveTo>
                  <a:pt x="7615555" y="672960"/>
                </a:moveTo>
                <a:lnTo>
                  <a:pt x="15239" y="672960"/>
                </a:lnTo>
                <a:lnTo>
                  <a:pt x="12268" y="672668"/>
                </a:lnTo>
                <a:lnTo>
                  <a:pt x="0" y="657720"/>
                </a:lnTo>
                <a:lnTo>
                  <a:pt x="0" y="15240"/>
                </a:lnTo>
                <a:lnTo>
                  <a:pt x="15239" y="0"/>
                </a:lnTo>
                <a:lnTo>
                  <a:pt x="7615555" y="0"/>
                </a:lnTo>
                <a:lnTo>
                  <a:pt x="7630794" y="15240"/>
                </a:lnTo>
                <a:lnTo>
                  <a:pt x="30479" y="15240"/>
                </a:lnTo>
                <a:lnTo>
                  <a:pt x="15239" y="30480"/>
                </a:lnTo>
                <a:lnTo>
                  <a:pt x="30479" y="30480"/>
                </a:lnTo>
                <a:lnTo>
                  <a:pt x="30479" y="642480"/>
                </a:lnTo>
                <a:lnTo>
                  <a:pt x="15239" y="642480"/>
                </a:lnTo>
                <a:lnTo>
                  <a:pt x="30479" y="657720"/>
                </a:lnTo>
                <a:lnTo>
                  <a:pt x="7630794" y="657720"/>
                </a:lnTo>
                <a:lnTo>
                  <a:pt x="7630502" y="660692"/>
                </a:lnTo>
                <a:lnTo>
                  <a:pt x="7618526" y="672668"/>
                </a:lnTo>
                <a:lnTo>
                  <a:pt x="7615555" y="672960"/>
                </a:lnTo>
                <a:close/>
              </a:path>
              <a:path extrusionOk="0" h="673100" w="7630795">
                <a:moveTo>
                  <a:pt x="30479" y="30480"/>
                </a:moveTo>
                <a:lnTo>
                  <a:pt x="15239" y="30480"/>
                </a:lnTo>
                <a:lnTo>
                  <a:pt x="30479" y="15240"/>
                </a:lnTo>
                <a:lnTo>
                  <a:pt x="30479" y="30480"/>
                </a:lnTo>
                <a:close/>
              </a:path>
              <a:path extrusionOk="0" h="673100" w="7630795">
                <a:moveTo>
                  <a:pt x="7600315" y="30480"/>
                </a:moveTo>
                <a:lnTo>
                  <a:pt x="30479" y="30480"/>
                </a:lnTo>
                <a:lnTo>
                  <a:pt x="30479" y="15240"/>
                </a:lnTo>
                <a:lnTo>
                  <a:pt x="7600315" y="15240"/>
                </a:lnTo>
                <a:lnTo>
                  <a:pt x="7600315" y="30480"/>
                </a:lnTo>
                <a:close/>
              </a:path>
              <a:path extrusionOk="0" h="673100" w="7630795">
                <a:moveTo>
                  <a:pt x="7600315" y="657720"/>
                </a:moveTo>
                <a:lnTo>
                  <a:pt x="7600315" y="15240"/>
                </a:lnTo>
                <a:lnTo>
                  <a:pt x="7615555" y="30480"/>
                </a:lnTo>
                <a:lnTo>
                  <a:pt x="7630794" y="30480"/>
                </a:lnTo>
                <a:lnTo>
                  <a:pt x="7630794" y="642480"/>
                </a:lnTo>
                <a:lnTo>
                  <a:pt x="7615555" y="642480"/>
                </a:lnTo>
                <a:lnTo>
                  <a:pt x="7600315" y="657720"/>
                </a:lnTo>
                <a:close/>
              </a:path>
              <a:path extrusionOk="0" h="673100" w="7630795">
                <a:moveTo>
                  <a:pt x="7630794" y="30480"/>
                </a:moveTo>
                <a:lnTo>
                  <a:pt x="7615555" y="30480"/>
                </a:lnTo>
                <a:lnTo>
                  <a:pt x="7600315" y="15240"/>
                </a:lnTo>
                <a:lnTo>
                  <a:pt x="7630794" y="15240"/>
                </a:lnTo>
                <a:lnTo>
                  <a:pt x="7630794" y="30480"/>
                </a:lnTo>
                <a:close/>
              </a:path>
              <a:path extrusionOk="0" h="673100" w="7630795">
                <a:moveTo>
                  <a:pt x="30479" y="657720"/>
                </a:moveTo>
                <a:lnTo>
                  <a:pt x="15239" y="642480"/>
                </a:lnTo>
                <a:lnTo>
                  <a:pt x="30479" y="642480"/>
                </a:lnTo>
                <a:lnTo>
                  <a:pt x="30479" y="657720"/>
                </a:lnTo>
                <a:close/>
              </a:path>
              <a:path extrusionOk="0" h="673100" w="7630795">
                <a:moveTo>
                  <a:pt x="7600315" y="657720"/>
                </a:moveTo>
                <a:lnTo>
                  <a:pt x="30479" y="657720"/>
                </a:lnTo>
                <a:lnTo>
                  <a:pt x="30479" y="642480"/>
                </a:lnTo>
                <a:lnTo>
                  <a:pt x="7600315" y="642480"/>
                </a:lnTo>
                <a:lnTo>
                  <a:pt x="7600315" y="657720"/>
                </a:lnTo>
                <a:close/>
              </a:path>
              <a:path extrusionOk="0" h="673100" w="7630795">
                <a:moveTo>
                  <a:pt x="7630794" y="657720"/>
                </a:moveTo>
                <a:lnTo>
                  <a:pt x="7600315" y="657720"/>
                </a:lnTo>
                <a:lnTo>
                  <a:pt x="7615555" y="642480"/>
                </a:lnTo>
                <a:lnTo>
                  <a:pt x="7630794" y="642480"/>
                </a:lnTo>
                <a:lnTo>
                  <a:pt x="7630794" y="657720"/>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 name="Google Shape;80;p6"/>
          <p:cNvSpPr txBox="1"/>
          <p:nvPr>
            <p:ph type="title"/>
          </p:nvPr>
        </p:nvSpPr>
        <p:spPr>
          <a:xfrm>
            <a:off x="3860482" y="1415033"/>
            <a:ext cx="4599940"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KLAIM	TURNAMEN</a:t>
            </a:r>
            <a:endParaRPr sz="4000"/>
          </a:p>
        </p:txBody>
      </p:sp>
      <p:sp>
        <p:nvSpPr>
          <p:cNvPr id="81" name="Google Shape;81;p6"/>
          <p:cNvSpPr txBox="1"/>
          <p:nvPr/>
        </p:nvSpPr>
        <p:spPr>
          <a:xfrm>
            <a:off x="2310129" y="2434158"/>
            <a:ext cx="7613650" cy="2372360"/>
          </a:xfrm>
          <a:prstGeom prst="rect">
            <a:avLst/>
          </a:prstGeom>
          <a:noFill/>
          <a:ln>
            <a:noFill/>
          </a:ln>
        </p:spPr>
        <p:txBody>
          <a:bodyPr anchorCtr="0" anchor="t" bIns="0" lIns="0" spcFirstLastPara="1" rIns="0" wrap="square" tIns="12700">
            <a:spAutoFit/>
          </a:bodyPr>
          <a:lstStyle/>
          <a:p>
            <a:pPr indent="0" lvl="0" marL="12700" marR="5080" rtl="0" algn="just">
              <a:lnSpc>
                <a:spcPct val="106900"/>
              </a:lnSpc>
              <a:spcBef>
                <a:spcPts val="0"/>
              </a:spcBef>
              <a:spcAft>
                <a:spcPts val="0"/>
              </a:spcAft>
              <a:buNone/>
            </a:pPr>
            <a:r>
              <a:rPr lang="en-US" sz="1800">
                <a:solidFill>
                  <a:srgbClr val="222222"/>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 name="Shape 85"/>
        <p:cNvGrpSpPr/>
        <p:nvPr/>
      </p:nvGrpSpPr>
      <p:grpSpPr>
        <a:xfrm>
          <a:off x="0" y="0"/>
          <a:ext cx="0" cy="0"/>
          <a:chOff x="0" y="0"/>
          <a:chExt cx="0" cy="0"/>
        </a:xfrm>
      </p:grpSpPr>
      <p:sp>
        <p:nvSpPr>
          <p:cNvPr id="86" name="Google Shape;86;p7"/>
          <p:cNvSpPr/>
          <p:nvPr/>
        </p:nvSpPr>
        <p:spPr>
          <a:xfrm>
            <a:off x="2215769" y="947927"/>
            <a:ext cx="7760334" cy="836294"/>
          </a:xfrm>
          <a:custGeom>
            <a:rect b="b" l="l" r="r" t="t"/>
            <a:pathLst>
              <a:path extrusionOk="0" h="836294" w="7760334">
                <a:moveTo>
                  <a:pt x="7745044" y="835977"/>
                </a:moveTo>
                <a:lnTo>
                  <a:pt x="15239" y="835977"/>
                </a:lnTo>
                <a:lnTo>
                  <a:pt x="12268" y="835685"/>
                </a:lnTo>
                <a:lnTo>
                  <a:pt x="0" y="820737"/>
                </a:lnTo>
                <a:lnTo>
                  <a:pt x="0" y="15240"/>
                </a:lnTo>
                <a:lnTo>
                  <a:pt x="15239" y="0"/>
                </a:lnTo>
                <a:lnTo>
                  <a:pt x="7745044" y="0"/>
                </a:lnTo>
                <a:lnTo>
                  <a:pt x="7760284" y="15240"/>
                </a:lnTo>
                <a:lnTo>
                  <a:pt x="30480" y="15240"/>
                </a:lnTo>
                <a:lnTo>
                  <a:pt x="15239" y="30480"/>
                </a:lnTo>
                <a:lnTo>
                  <a:pt x="30480" y="30480"/>
                </a:lnTo>
                <a:lnTo>
                  <a:pt x="30480" y="805497"/>
                </a:lnTo>
                <a:lnTo>
                  <a:pt x="15239" y="805497"/>
                </a:lnTo>
                <a:lnTo>
                  <a:pt x="30480" y="820737"/>
                </a:lnTo>
                <a:lnTo>
                  <a:pt x="7760284" y="820737"/>
                </a:lnTo>
                <a:lnTo>
                  <a:pt x="7759979" y="823709"/>
                </a:lnTo>
                <a:lnTo>
                  <a:pt x="7748015" y="835685"/>
                </a:lnTo>
                <a:lnTo>
                  <a:pt x="7745044" y="835977"/>
                </a:lnTo>
                <a:close/>
              </a:path>
              <a:path extrusionOk="0" h="836294" w="7760334">
                <a:moveTo>
                  <a:pt x="30480" y="30480"/>
                </a:moveTo>
                <a:lnTo>
                  <a:pt x="15239"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84" y="30480"/>
                </a:lnTo>
                <a:lnTo>
                  <a:pt x="7760284" y="805497"/>
                </a:lnTo>
                <a:lnTo>
                  <a:pt x="7745044" y="805497"/>
                </a:lnTo>
                <a:lnTo>
                  <a:pt x="7729804" y="820737"/>
                </a:lnTo>
                <a:close/>
              </a:path>
              <a:path extrusionOk="0" h="836294" w="7760334">
                <a:moveTo>
                  <a:pt x="7760284" y="30480"/>
                </a:moveTo>
                <a:lnTo>
                  <a:pt x="7745044" y="30480"/>
                </a:lnTo>
                <a:lnTo>
                  <a:pt x="7729804" y="15240"/>
                </a:lnTo>
                <a:lnTo>
                  <a:pt x="7760284" y="15240"/>
                </a:lnTo>
                <a:lnTo>
                  <a:pt x="7760284" y="30480"/>
                </a:lnTo>
                <a:close/>
              </a:path>
              <a:path extrusionOk="0" h="836294" w="7760334">
                <a:moveTo>
                  <a:pt x="30480" y="820737"/>
                </a:moveTo>
                <a:lnTo>
                  <a:pt x="15239"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84" y="820737"/>
                </a:moveTo>
                <a:lnTo>
                  <a:pt x="7729804" y="820737"/>
                </a:lnTo>
                <a:lnTo>
                  <a:pt x="7745044" y="805497"/>
                </a:lnTo>
                <a:lnTo>
                  <a:pt x="7760284" y="805497"/>
                </a:lnTo>
                <a:lnTo>
                  <a:pt x="7760284"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7" name="Google Shape;87;p7"/>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PERATURAN PERTANDINGAN</a:t>
            </a:r>
            <a:endParaRPr/>
          </a:p>
        </p:txBody>
      </p:sp>
      <p:sp>
        <p:nvSpPr>
          <p:cNvPr id="88" name="Google Shape;88;p7"/>
          <p:cNvSpPr txBox="1"/>
          <p:nvPr/>
        </p:nvSpPr>
        <p:spPr>
          <a:xfrm>
            <a:off x="2501264" y="1889378"/>
            <a:ext cx="7047300" cy="3798600"/>
          </a:xfrm>
          <a:prstGeom prst="rect">
            <a:avLst/>
          </a:prstGeom>
          <a:noFill/>
          <a:ln>
            <a:noFill/>
          </a:ln>
        </p:spPr>
        <p:txBody>
          <a:bodyPr anchorCtr="0" anchor="t" bIns="0" lIns="0" spcFirstLastPara="1" rIns="0" wrap="square" tIns="67925">
            <a:spAutoFit/>
          </a:bodyPr>
          <a:lstStyle/>
          <a:p>
            <a:pPr indent="-228600" lvl="0" marL="241300" rtl="0" algn="l">
              <a:lnSpc>
                <a:spcPct val="100000"/>
              </a:lnSpc>
              <a:spcBef>
                <a:spcPts val="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Dilarang menggunakan emergency pickup.</a:t>
            </a:r>
            <a:endParaRPr sz="1800">
              <a:latin typeface="Trebuchet MS"/>
              <a:ea typeface="Trebuchet MS"/>
              <a:cs typeface="Trebuchet MS"/>
              <a:sym typeface="Trebuchet MS"/>
            </a:endParaRPr>
          </a:p>
          <a:p>
            <a:pPr indent="-228600" lvl="0" marL="241300" marR="636905" rtl="0" algn="l">
              <a:lnSpc>
                <a:spcPct val="105800"/>
              </a:lnSpc>
              <a:spcBef>
                <a:spcPts val="309"/>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Apabila ada peserta yang mengalami kendala koneksi, error, dll, maka pertandingan akan tetap dilanjutkan</a:t>
            </a:r>
            <a:endParaRPr sz="1800">
              <a:latin typeface="Trebuchet MS"/>
              <a:ea typeface="Trebuchet MS"/>
              <a:cs typeface="Trebuchet MS"/>
              <a:sym typeface="Trebuchet MS"/>
            </a:endParaRPr>
          </a:p>
          <a:p>
            <a:pPr indent="-227965" lvl="0" marL="240665" marR="360045" rtl="0" algn="l">
              <a:lnSpc>
                <a:spcPct val="112999"/>
              </a:lnSpc>
              <a:spcBef>
                <a:spcPts val="685"/>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mengirimkan hasil akhir pertandingannya berupa screenshoot kepada panitia di grup WA</a:t>
            </a:r>
            <a:endParaRPr sz="1800">
              <a:latin typeface="Trebuchet MS"/>
              <a:ea typeface="Trebuchet MS"/>
              <a:cs typeface="Trebuchet MS"/>
              <a:sym typeface="Trebuchet MS"/>
            </a:endParaRPr>
          </a:p>
          <a:p>
            <a:pPr indent="-227964" lvl="0" marL="240665" marR="5080" rtl="0" algn="l">
              <a:lnSpc>
                <a:spcPct val="112999"/>
              </a:lnSpc>
              <a:spcBef>
                <a:spcPts val="75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menyimpan hasil screenshoot sebagai bukti banding kepada</a:t>
            </a:r>
            <a:r>
              <a:rPr lang="en-US" sz="1800">
                <a:latin typeface="Trebuchet MS"/>
                <a:ea typeface="Trebuchet MS"/>
                <a:cs typeface="Trebuchet MS"/>
                <a:sym typeface="Trebuchet MS"/>
              </a:rPr>
              <a:t> </a:t>
            </a:r>
            <a:r>
              <a:rPr lang="en-US" sz="1800">
                <a:solidFill>
                  <a:srgbClr val="222222"/>
                </a:solidFill>
                <a:latin typeface="Trebuchet MS"/>
                <a:ea typeface="Trebuchet MS"/>
                <a:cs typeface="Trebuchet MS"/>
                <a:sym typeface="Trebuchet MS"/>
              </a:rPr>
              <a:t>Panitia apabila ada perbedaan placement atau kill poin</a:t>
            </a:r>
            <a:endParaRPr sz="1800">
              <a:latin typeface="Trebuchet MS"/>
              <a:ea typeface="Trebuchet MS"/>
              <a:cs typeface="Trebuchet MS"/>
              <a:sym typeface="Trebuchet MS"/>
            </a:endParaRPr>
          </a:p>
          <a:p>
            <a:pPr indent="-228600" lvl="0" marL="241300" marR="12700" rtl="0" algn="l">
              <a:lnSpc>
                <a:spcPct val="110900"/>
              </a:lnSpc>
              <a:spcBef>
                <a:spcPts val="77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Semua peserta diharapkan untuk bermain dengan sebaik mungkin setiap saat dalam setiap pertandingan.</a:t>
            </a:r>
            <a:endParaRPr sz="1800">
              <a:latin typeface="Trebuchet MS"/>
              <a:ea typeface="Trebuchet MS"/>
              <a:cs typeface="Trebuchet MS"/>
              <a:sym typeface="Trebuchet MS"/>
            </a:endParaRPr>
          </a:p>
          <a:p>
            <a:pPr indent="-228600" lvl="0" marL="241300" marR="174625" rtl="0" algn="l">
              <a:lnSpc>
                <a:spcPct val="110900"/>
              </a:lnSpc>
              <a:spcBef>
                <a:spcPts val="725"/>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Pelanggar yang melanggar aturan ini akan dikenakan sanksi atas kebijakan Panitia.</a:t>
            </a:r>
            <a:endParaRPr sz="1800">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 name="Shape 92"/>
        <p:cNvGrpSpPr/>
        <p:nvPr/>
      </p:nvGrpSpPr>
      <p:grpSpPr>
        <a:xfrm>
          <a:off x="0" y="0"/>
          <a:ext cx="0" cy="0"/>
          <a:chOff x="0" y="0"/>
          <a:chExt cx="0" cy="0"/>
        </a:xfrm>
      </p:grpSpPr>
      <p:sp>
        <p:nvSpPr>
          <p:cNvPr id="93" name="Google Shape;93;p8"/>
          <p:cNvSpPr/>
          <p:nvPr/>
        </p:nvSpPr>
        <p:spPr>
          <a:xfrm>
            <a:off x="2215895" y="947927"/>
            <a:ext cx="7760334" cy="836294"/>
          </a:xfrm>
          <a:custGeom>
            <a:rect b="b" l="l" r="r" t="t"/>
            <a:pathLst>
              <a:path extrusionOk="0" h="836294" w="7760334">
                <a:moveTo>
                  <a:pt x="7745044" y="835977"/>
                </a:moveTo>
                <a:lnTo>
                  <a:pt x="15240" y="835977"/>
                </a:lnTo>
                <a:lnTo>
                  <a:pt x="12268" y="835685"/>
                </a:lnTo>
                <a:lnTo>
                  <a:pt x="0" y="820737"/>
                </a:lnTo>
                <a:lnTo>
                  <a:pt x="0" y="15240"/>
                </a:lnTo>
                <a:lnTo>
                  <a:pt x="15240" y="0"/>
                </a:lnTo>
                <a:lnTo>
                  <a:pt x="7745044" y="0"/>
                </a:lnTo>
                <a:lnTo>
                  <a:pt x="7760271" y="15240"/>
                </a:lnTo>
                <a:lnTo>
                  <a:pt x="30480" y="15240"/>
                </a:lnTo>
                <a:lnTo>
                  <a:pt x="15240" y="30480"/>
                </a:lnTo>
                <a:lnTo>
                  <a:pt x="30480" y="30480"/>
                </a:lnTo>
                <a:lnTo>
                  <a:pt x="30480" y="805497"/>
                </a:lnTo>
                <a:lnTo>
                  <a:pt x="15240" y="805497"/>
                </a:lnTo>
                <a:lnTo>
                  <a:pt x="30480" y="820737"/>
                </a:lnTo>
                <a:lnTo>
                  <a:pt x="7760271" y="820737"/>
                </a:lnTo>
                <a:lnTo>
                  <a:pt x="7759979" y="823709"/>
                </a:lnTo>
                <a:lnTo>
                  <a:pt x="7748015" y="835685"/>
                </a:lnTo>
                <a:lnTo>
                  <a:pt x="7745044" y="835977"/>
                </a:lnTo>
                <a:close/>
              </a:path>
              <a:path extrusionOk="0" h="836294" w="7760334">
                <a:moveTo>
                  <a:pt x="30480" y="30480"/>
                </a:moveTo>
                <a:lnTo>
                  <a:pt x="15240"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71" y="30480"/>
                </a:lnTo>
                <a:lnTo>
                  <a:pt x="7760271" y="805497"/>
                </a:lnTo>
                <a:lnTo>
                  <a:pt x="7745044" y="805497"/>
                </a:lnTo>
                <a:lnTo>
                  <a:pt x="7729804" y="820737"/>
                </a:lnTo>
                <a:close/>
              </a:path>
              <a:path extrusionOk="0" h="836294" w="7760334">
                <a:moveTo>
                  <a:pt x="7760271" y="30480"/>
                </a:moveTo>
                <a:lnTo>
                  <a:pt x="7745044" y="30480"/>
                </a:lnTo>
                <a:lnTo>
                  <a:pt x="7729804" y="15240"/>
                </a:lnTo>
                <a:lnTo>
                  <a:pt x="7760271" y="15240"/>
                </a:lnTo>
                <a:lnTo>
                  <a:pt x="7760271" y="30480"/>
                </a:lnTo>
                <a:close/>
              </a:path>
              <a:path extrusionOk="0" h="836294" w="7760334">
                <a:moveTo>
                  <a:pt x="30480" y="820737"/>
                </a:moveTo>
                <a:lnTo>
                  <a:pt x="15240"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71" y="820737"/>
                </a:moveTo>
                <a:lnTo>
                  <a:pt x="7729804" y="820737"/>
                </a:lnTo>
                <a:lnTo>
                  <a:pt x="7745044" y="805497"/>
                </a:lnTo>
                <a:lnTo>
                  <a:pt x="7760271" y="805497"/>
                </a:lnTo>
                <a:lnTo>
                  <a:pt x="7760271"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 name="Google Shape;94;p8"/>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PERATURAN PERTANDINGAN</a:t>
            </a:r>
            <a:endParaRPr/>
          </a:p>
        </p:txBody>
      </p:sp>
      <p:sp>
        <p:nvSpPr>
          <p:cNvPr id="95" name="Google Shape;95;p8"/>
          <p:cNvSpPr txBox="1"/>
          <p:nvPr/>
        </p:nvSpPr>
        <p:spPr>
          <a:xfrm>
            <a:off x="2414587" y="1911857"/>
            <a:ext cx="7345800" cy="4479900"/>
          </a:xfrm>
          <a:prstGeom prst="rect">
            <a:avLst/>
          </a:prstGeom>
          <a:noFill/>
          <a:ln>
            <a:noFill/>
          </a:ln>
        </p:spPr>
        <p:txBody>
          <a:bodyPr anchorCtr="0" anchor="t" bIns="0" lIns="0" spcFirstLastPara="1" rIns="0" wrap="square" tIns="12050">
            <a:spAutoFit/>
          </a:bodyPr>
          <a:lstStyle/>
          <a:p>
            <a:pPr indent="-227965" lvl="0" marL="240028" marR="641350" rtl="0" algn="l">
              <a:lnSpc>
                <a:spcPct val="100000"/>
              </a:lnSpc>
              <a:spcBef>
                <a:spcPts val="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menggunakan Emulator (Bluestacks, Nox, Memu, dsb.) selama pertandingan</a:t>
            </a:r>
            <a:r>
              <a:rPr lang="en-US" sz="1600">
                <a:latin typeface="Trebuchet MS"/>
                <a:ea typeface="Trebuchet MS"/>
                <a:cs typeface="Trebuchet MS"/>
                <a:sym typeface="Trebuchet MS"/>
              </a:rPr>
              <a:t> </a:t>
            </a:r>
            <a:r>
              <a:rPr lang="en-US" sz="1600">
                <a:solidFill>
                  <a:srgbClr val="222222"/>
                </a:solidFill>
                <a:latin typeface="Trebuchet MS"/>
                <a:ea typeface="Trebuchet MS"/>
                <a:cs typeface="Trebuchet MS"/>
                <a:sym typeface="Trebuchet MS"/>
              </a:rPr>
              <a:t>berlangsung</a:t>
            </a:r>
            <a:endParaRPr sz="1600">
              <a:latin typeface="Trebuchet MS"/>
              <a:ea typeface="Trebuchet MS"/>
              <a:cs typeface="Trebuchet MS"/>
              <a:sym typeface="Trebuchet MS"/>
            </a:endParaRPr>
          </a:p>
          <a:p>
            <a:pPr indent="-227965" lvl="0" marL="240028" marR="245109" rtl="0" algn="l">
              <a:lnSpc>
                <a:spcPct val="100000"/>
              </a:lnSpc>
              <a:spcBef>
                <a:spcPts val="1005"/>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menggunakan program ilegal dalam bentuk apapun termasuk dan tidak</a:t>
            </a:r>
            <a:r>
              <a:rPr lang="en-US" sz="1600">
                <a:latin typeface="Trebuchet MS"/>
                <a:ea typeface="Trebuchet MS"/>
                <a:cs typeface="Trebuchet MS"/>
                <a:sym typeface="Trebuchet MS"/>
              </a:rPr>
              <a:t> </a:t>
            </a:r>
            <a:r>
              <a:rPr lang="en-US" sz="1600">
                <a:solidFill>
                  <a:srgbClr val="222222"/>
                </a:solidFill>
                <a:latin typeface="Trebuchet MS"/>
                <a:ea typeface="Trebuchet MS"/>
                <a:cs typeface="Trebuchet MS"/>
                <a:sym typeface="Trebuchet MS"/>
              </a:rPr>
              <a:t>terkecuali program yang dapat merubah atau memodifikasi game PUBGM.</a:t>
            </a:r>
            <a:endParaRPr sz="1600">
              <a:latin typeface="Trebuchet MS"/>
              <a:ea typeface="Trebuchet MS"/>
              <a:cs typeface="Trebuchet MS"/>
              <a:sym typeface="Trebuchet MS"/>
            </a:endParaRPr>
          </a:p>
          <a:p>
            <a:pPr indent="-228600" lvl="0" marL="241300" marR="612775" rtl="0" algn="l">
              <a:lnSpc>
                <a:spcPct val="100000"/>
              </a:lnSpc>
              <a:spcBef>
                <a:spcPts val="1005"/>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menggunakan perangkat tambahan atau pendukung, seperti gamepad atau tombol tambahan seperti Controller R1 – L1 dan lainnya selama pertandingan berlangsung</a:t>
            </a:r>
            <a:endParaRPr sz="1600">
              <a:latin typeface="Trebuchet MS"/>
              <a:ea typeface="Trebuchet MS"/>
              <a:cs typeface="Trebuchet MS"/>
              <a:sym typeface="Trebuchet MS"/>
            </a:endParaRPr>
          </a:p>
          <a:p>
            <a:pPr indent="-228600" lvl="0" marL="241300" marR="347345" rtl="0" algn="l">
              <a:lnSpc>
                <a:spcPct val="100000"/>
              </a:lnSpc>
              <a:spcBef>
                <a:spcPts val="99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Perilaku flaming/curang/toxic tidak dapat ditoleransi. Peringatan akan disampaikan oleh panitia. Jika hal tersebut diulang kembali, panitia berhak memutuskan sanksi yang dikenakan kepada pihak yang terlibat.</a:t>
            </a:r>
            <a:endParaRPr sz="1600">
              <a:latin typeface="Trebuchet MS"/>
              <a:ea typeface="Trebuchet MS"/>
              <a:cs typeface="Trebuchet MS"/>
              <a:sym typeface="Trebuchet MS"/>
            </a:endParaRPr>
          </a:p>
          <a:p>
            <a:pPr indent="-227965" lvl="0" marL="240665" rtl="0" algn="l">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menggunakan Tablet/iPad</a:t>
            </a:r>
            <a:endParaRPr sz="1600">
              <a:latin typeface="Trebuchet MS"/>
              <a:ea typeface="Trebuchet MS"/>
              <a:cs typeface="Trebuchet MS"/>
              <a:sym typeface="Trebuchet MS"/>
            </a:endParaRPr>
          </a:p>
          <a:p>
            <a:pPr indent="-228600" lvl="0" marL="241300" marR="5080" rtl="0" algn="l">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melakukan aliansi (teaming), panitia berhak memutuskan sanksi yang dikenakan.</a:t>
            </a:r>
            <a:endParaRPr sz="1600">
              <a:latin typeface="Trebuchet MS"/>
              <a:ea typeface="Trebuchet MS"/>
              <a:cs typeface="Trebuchet MS"/>
              <a:sym typeface="Trebuchet MS"/>
            </a:endParaRPr>
          </a:p>
          <a:p>
            <a:pPr indent="-227965" lvl="0" marL="240665" rtl="0" algn="l">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menggunakan self revive.</a:t>
            </a:r>
            <a:endParaRPr sz="1600">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 name="Shape 99"/>
        <p:cNvGrpSpPr/>
        <p:nvPr/>
      </p:nvGrpSpPr>
      <p:grpSpPr>
        <a:xfrm>
          <a:off x="0" y="0"/>
          <a:ext cx="0" cy="0"/>
          <a:chOff x="0" y="0"/>
          <a:chExt cx="0" cy="0"/>
        </a:xfrm>
      </p:grpSpPr>
      <p:sp>
        <p:nvSpPr>
          <p:cNvPr id="100" name="Google Shape;100;p9"/>
          <p:cNvSpPr/>
          <p:nvPr/>
        </p:nvSpPr>
        <p:spPr>
          <a:xfrm>
            <a:off x="2278760" y="324993"/>
            <a:ext cx="7760334" cy="858519"/>
          </a:xfrm>
          <a:custGeom>
            <a:rect b="b" l="l" r="r" t="t"/>
            <a:pathLst>
              <a:path extrusionOk="0" h="858519" w="7760334">
                <a:moveTo>
                  <a:pt x="7745044" y="858481"/>
                </a:moveTo>
                <a:lnTo>
                  <a:pt x="15239" y="858481"/>
                </a:lnTo>
                <a:lnTo>
                  <a:pt x="12268" y="858189"/>
                </a:lnTo>
                <a:lnTo>
                  <a:pt x="0" y="843241"/>
                </a:lnTo>
                <a:lnTo>
                  <a:pt x="0" y="15239"/>
                </a:lnTo>
                <a:lnTo>
                  <a:pt x="15239" y="0"/>
                </a:lnTo>
                <a:lnTo>
                  <a:pt x="7745044" y="0"/>
                </a:lnTo>
                <a:lnTo>
                  <a:pt x="7760271" y="15239"/>
                </a:lnTo>
                <a:lnTo>
                  <a:pt x="30480" y="15239"/>
                </a:lnTo>
                <a:lnTo>
                  <a:pt x="15239" y="30479"/>
                </a:lnTo>
                <a:lnTo>
                  <a:pt x="30480" y="30479"/>
                </a:lnTo>
                <a:lnTo>
                  <a:pt x="30480" y="828001"/>
                </a:lnTo>
                <a:lnTo>
                  <a:pt x="15239" y="828001"/>
                </a:lnTo>
                <a:lnTo>
                  <a:pt x="30480" y="843241"/>
                </a:lnTo>
                <a:lnTo>
                  <a:pt x="7760271" y="843241"/>
                </a:lnTo>
                <a:lnTo>
                  <a:pt x="7759979" y="846213"/>
                </a:lnTo>
                <a:lnTo>
                  <a:pt x="7748015" y="858189"/>
                </a:lnTo>
                <a:lnTo>
                  <a:pt x="7745044" y="858481"/>
                </a:lnTo>
                <a:close/>
              </a:path>
              <a:path extrusionOk="0" h="858519" w="7760334">
                <a:moveTo>
                  <a:pt x="30480" y="30479"/>
                </a:moveTo>
                <a:lnTo>
                  <a:pt x="15239" y="30479"/>
                </a:lnTo>
                <a:lnTo>
                  <a:pt x="30480" y="15239"/>
                </a:lnTo>
                <a:lnTo>
                  <a:pt x="30480" y="30479"/>
                </a:lnTo>
                <a:close/>
              </a:path>
              <a:path extrusionOk="0" h="858519" w="7760334">
                <a:moveTo>
                  <a:pt x="7729804" y="30479"/>
                </a:moveTo>
                <a:lnTo>
                  <a:pt x="30480" y="30479"/>
                </a:lnTo>
                <a:lnTo>
                  <a:pt x="30480" y="15239"/>
                </a:lnTo>
                <a:lnTo>
                  <a:pt x="7729804" y="15239"/>
                </a:lnTo>
                <a:lnTo>
                  <a:pt x="7729804" y="30479"/>
                </a:lnTo>
                <a:close/>
              </a:path>
              <a:path extrusionOk="0" h="858519" w="7760334">
                <a:moveTo>
                  <a:pt x="7729804" y="843241"/>
                </a:moveTo>
                <a:lnTo>
                  <a:pt x="7729804" y="15239"/>
                </a:lnTo>
                <a:lnTo>
                  <a:pt x="7745044" y="30479"/>
                </a:lnTo>
                <a:lnTo>
                  <a:pt x="7760271" y="30479"/>
                </a:lnTo>
                <a:lnTo>
                  <a:pt x="7760271" y="828001"/>
                </a:lnTo>
                <a:lnTo>
                  <a:pt x="7745044" y="828001"/>
                </a:lnTo>
                <a:lnTo>
                  <a:pt x="7729804" y="843241"/>
                </a:lnTo>
                <a:close/>
              </a:path>
              <a:path extrusionOk="0" h="858519" w="7760334">
                <a:moveTo>
                  <a:pt x="7760271" y="30479"/>
                </a:moveTo>
                <a:lnTo>
                  <a:pt x="7745044" y="30479"/>
                </a:lnTo>
                <a:lnTo>
                  <a:pt x="7729804" y="15239"/>
                </a:lnTo>
                <a:lnTo>
                  <a:pt x="7760271" y="15239"/>
                </a:lnTo>
                <a:lnTo>
                  <a:pt x="7760271" y="30479"/>
                </a:lnTo>
                <a:close/>
              </a:path>
              <a:path extrusionOk="0" h="858519" w="7760334">
                <a:moveTo>
                  <a:pt x="30480" y="843241"/>
                </a:moveTo>
                <a:lnTo>
                  <a:pt x="15239" y="828001"/>
                </a:lnTo>
                <a:lnTo>
                  <a:pt x="30480" y="828001"/>
                </a:lnTo>
                <a:lnTo>
                  <a:pt x="30480" y="843241"/>
                </a:lnTo>
                <a:close/>
              </a:path>
              <a:path extrusionOk="0" h="858519" w="7760334">
                <a:moveTo>
                  <a:pt x="7729804" y="843241"/>
                </a:moveTo>
                <a:lnTo>
                  <a:pt x="30480" y="843241"/>
                </a:lnTo>
                <a:lnTo>
                  <a:pt x="30480" y="828001"/>
                </a:lnTo>
                <a:lnTo>
                  <a:pt x="7729804" y="828001"/>
                </a:lnTo>
                <a:lnTo>
                  <a:pt x="7729804" y="843241"/>
                </a:lnTo>
                <a:close/>
              </a:path>
              <a:path extrusionOk="0" h="858519" w="7760334">
                <a:moveTo>
                  <a:pt x="7760271" y="843241"/>
                </a:moveTo>
                <a:lnTo>
                  <a:pt x="7729804" y="843241"/>
                </a:lnTo>
                <a:lnTo>
                  <a:pt x="7745044" y="828001"/>
                </a:lnTo>
                <a:lnTo>
                  <a:pt x="7760271" y="828001"/>
                </a:lnTo>
                <a:lnTo>
                  <a:pt x="7760271" y="843241"/>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1" name="Google Shape;101;p9"/>
          <p:cNvSpPr txBox="1"/>
          <p:nvPr>
            <p:ph type="title"/>
          </p:nvPr>
        </p:nvSpPr>
        <p:spPr>
          <a:xfrm>
            <a:off x="3362705" y="491998"/>
            <a:ext cx="6051550"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CONTOH	PELANGGARAN</a:t>
            </a:r>
            <a:endParaRPr sz="4000"/>
          </a:p>
        </p:txBody>
      </p:sp>
      <p:sp>
        <p:nvSpPr>
          <p:cNvPr id="102" name="Google Shape;102;p9"/>
          <p:cNvSpPr txBox="1"/>
          <p:nvPr/>
        </p:nvSpPr>
        <p:spPr>
          <a:xfrm>
            <a:off x="2295175" y="1330825"/>
            <a:ext cx="7827000" cy="4724100"/>
          </a:xfrm>
          <a:prstGeom prst="rect">
            <a:avLst/>
          </a:prstGeom>
          <a:noFill/>
          <a:ln>
            <a:noFill/>
          </a:ln>
        </p:spPr>
        <p:txBody>
          <a:bodyPr anchorCtr="0" anchor="t" bIns="0" lIns="0" spcFirstLastPara="1" rIns="0" wrap="square" tIns="12050">
            <a:spAutoFit/>
          </a:bodyPr>
          <a:lstStyle/>
          <a:p>
            <a:pPr indent="-228600" lvl="0" marL="241300" marR="5080" rtl="0" algn="just">
              <a:lnSpc>
                <a:spcPct val="100000"/>
              </a:lnSpc>
              <a:spcBef>
                <a:spcPts val="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Kolusi – Peserta yang bekerja sama dengan orang lain, termasuk peserta lain yang bersaing untuk menipu dan mendapatkan keuntungan yang tidak adil akan dinyatakan sebagai tindakan bersalah atas kolusi. Tindakan kolusi meliputi, tetapi tidak terbatas</a:t>
            </a:r>
            <a:endParaRPr sz="1600">
              <a:latin typeface="Trebuchet MS"/>
              <a:ea typeface="Trebuchet MS"/>
              <a:cs typeface="Trebuchet MS"/>
              <a:sym typeface="Trebuchet MS"/>
            </a:endParaRPr>
          </a:p>
          <a:p>
            <a:pPr indent="-228600" lvl="0" marL="241300" marR="5080" rtl="0" algn="just">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Soft play – Setiap perjanjian di antara peserta untuk tidak bermain pada standar kompetisi yang wajar atau diharapkan dalam permainan Pengaturan sebelumnya untuk membagi uang hadiah dan bentuk kompensasi lainnya Menerima informasi dari sumber luar selama pertandingan</a:t>
            </a:r>
            <a:endParaRPr sz="1600">
              <a:latin typeface="Trebuchet MS"/>
              <a:ea typeface="Trebuchet MS"/>
              <a:cs typeface="Trebuchet MS"/>
              <a:sym typeface="Trebuchet MS"/>
            </a:endParaRPr>
          </a:p>
          <a:p>
            <a:pPr indent="-231140" lvl="0" marL="243203" marR="1063625" rtl="0" algn="l">
              <a:lnSpc>
                <a:spcPct val="100000"/>
              </a:lnSpc>
              <a:spcBef>
                <a:spcPts val="1015"/>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Eksploitasi – Penyalahgunaan bug dalam game yang disengaja untuk mendapatkan</a:t>
            </a:r>
            <a:r>
              <a:rPr lang="en-US" sz="1600">
                <a:latin typeface="Trebuchet MS"/>
                <a:ea typeface="Trebuchet MS"/>
                <a:cs typeface="Trebuchet MS"/>
                <a:sym typeface="Trebuchet MS"/>
              </a:rPr>
              <a:t> </a:t>
            </a:r>
            <a:r>
              <a:rPr lang="en-US" sz="1600">
                <a:solidFill>
                  <a:srgbClr val="222222"/>
                </a:solidFill>
                <a:latin typeface="Trebuchet MS"/>
                <a:ea typeface="Trebuchet MS"/>
                <a:cs typeface="Trebuchet MS"/>
                <a:sym typeface="Trebuchet MS"/>
              </a:rPr>
              <a:t>keuntungan</a:t>
            </a:r>
            <a:endParaRPr sz="1600">
              <a:latin typeface="Trebuchet MS"/>
              <a:ea typeface="Trebuchet MS"/>
              <a:cs typeface="Trebuchet MS"/>
              <a:sym typeface="Trebuchet MS"/>
            </a:endParaRPr>
          </a:p>
          <a:p>
            <a:pPr indent="-227965" lvl="0" marL="240665" rtl="0" algn="l">
              <a:lnSpc>
                <a:spcPct val="100000"/>
              </a:lnSpc>
              <a:spcBef>
                <a:spcPts val="985"/>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Smurfing – Menggunakan akun peserta lain</a:t>
            </a:r>
            <a:endParaRPr sz="1600">
              <a:latin typeface="Trebuchet MS"/>
              <a:ea typeface="Trebuchet MS"/>
              <a:cs typeface="Trebuchet MS"/>
              <a:sym typeface="Trebuchet MS"/>
            </a:endParaRPr>
          </a:p>
          <a:p>
            <a:pPr indent="-227965" lvl="0" marL="240665" rtl="0" algn="l">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Multi Akun – Peserta mendaftar dengan lebih dari satu akun</a:t>
            </a:r>
            <a:endParaRPr sz="1600">
              <a:latin typeface="Trebuchet MS"/>
              <a:ea typeface="Trebuchet MS"/>
              <a:cs typeface="Trebuchet MS"/>
              <a:sym typeface="Trebuchet MS"/>
            </a:endParaRPr>
          </a:p>
          <a:p>
            <a:pPr indent="-231140" lvl="0" marL="243203" marR="808355" rtl="0" algn="l">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Penipuan – Setiap upaya untuk menipu panitia atau pemain lain dengan pernyataan /</a:t>
            </a:r>
            <a:r>
              <a:rPr lang="en-US" sz="1600">
                <a:latin typeface="Trebuchet MS"/>
                <a:ea typeface="Trebuchet MS"/>
                <a:cs typeface="Trebuchet MS"/>
                <a:sym typeface="Trebuchet MS"/>
              </a:rPr>
              <a:t> </a:t>
            </a:r>
            <a:r>
              <a:rPr lang="en-US" sz="1600">
                <a:solidFill>
                  <a:srgbClr val="222222"/>
                </a:solidFill>
                <a:latin typeface="Trebuchet MS"/>
                <a:ea typeface="Trebuchet MS"/>
                <a:cs typeface="Trebuchet MS"/>
                <a:sym typeface="Trebuchet MS"/>
              </a:rPr>
              <a:t>informasi / dokumen palsu.</a:t>
            </a:r>
            <a:endParaRPr sz="1600">
              <a:latin typeface="Trebuchet MS"/>
              <a:ea typeface="Trebuchet MS"/>
              <a:cs typeface="Trebuchet MS"/>
              <a:sym typeface="Trebuchet MS"/>
            </a:endParaRPr>
          </a:p>
          <a:p>
            <a:pPr indent="-231140" lvl="0" marL="243203" marR="537845" rtl="0" algn="l">
              <a:lnSpc>
                <a:spcPct val="100000"/>
              </a:lnSpc>
              <a:spcBef>
                <a:spcPts val="985"/>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Peretasan – Setiap modifikasi game, termasuk menggunakan aplikasi pihak ketiga untuk</a:t>
            </a:r>
            <a:r>
              <a:rPr lang="en-US" sz="1600">
                <a:latin typeface="Trebuchet MS"/>
                <a:ea typeface="Trebuchet MS"/>
                <a:cs typeface="Trebuchet MS"/>
                <a:sym typeface="Trebuchet MS"/>
              </a:rPr>
              <a:t> </a:t>
            </a:r>
            <a:r>
              <a:rPr lang="en-US" sz="1600">
                <a:solidFill>
                  <a:srgbClr val="222222"/>
                </a:solidFill>
                <a:latin typeface="Trebuchet MS"/>
                <a:ea typeface="Trebuchet MS"/>
                <a:cs typeface="Trebuchet MS"/>
                <a:sym typeface="Trebuchet MS"/>
              </a:rPr>
              <a:t>memberikan keuntungan lebih di dalam game</a:t>
            </a:r>
            <a:endParaRPr sz="1600">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6" name="Shape 106"/>
        <p:cNvGrpSpPr/>
        <p:nvPr/>
      </p:nvGrpSpPr>
      <p:grpSpPr>
        <a:xfrm>
          <a:off x="0" y="0"/>
          <a:ext cx="0" cy="0"/>
          <a:chOff x="0" y="0"/>
          <a:chExt cx="0" cy="0"/>
        </a:xfrm>
      </p:grpSpPr>
      <p:sp>
        <p:nvSpPr>
          <p:cNvPr id="107" name="Google Shape;107;p10"/>
          <p:cNvSpPr/>
          <p:nvPr/>
        </p:nvSpPr>
        <p:spPr>
          <a:xfrm>
            <a:off x="2215895" y="947927"/>
            <a:ext cx="7760334" cy="858519"/>
          </a:xfrm>
          <a:custGeom>
            <a:rect b="b" l="l" r="r" t="t"/>
            <a:pathLst>
              <a:path extrusionOk="0" h="858519" w="7760334">
                <a:moveTo>
                  <a:pt x="7745044" y="858481"/>
                </a:moveTo>
                <a:lnTo>
                  <a:pt x="15240" y="858481"/>
                </a:lnTo>
                <a:lnTo>
                  <a:pt x="12268" y="858189"/>
                </a:lnTo>
                <a:lnTo>
                  <a:pt x="0" y="843241"/>
                </a:lnTo>
                <a:lnTo>
                  <a:pt x="0" y="15240"/>
                </a:lnTo>
                <a:lnTo>
                  <a:pt x="15240" y="0"/>
                </a:lnTo>
                <a:lnTo>
                  <a:pt x="7745044" y="0"/>
                </a:lnTo>
                <a:lnTo>
                  <a:pt x="7760271" y="15240"/>
                </a:lnTo>
                <a:lnTo>
                  <a:pt x="30480" y="15240"/>
                </a:lnTo>
                <a:lnTo>
                  <a:pt x="15240" y="30480"/>
                </a:lnTo>
                <a:lnTo>
                  <a:pt x="30480" y="30480"/>
                </a:lnTo>
                <a:lnTo>
                  <a:pt x="30480" y="828001"/>
                </a:lnTo>
                <a:lnTo>
                  <a:pt x="15240" y="828001"/>
                </a:lnTo>
                <a:lnTo>
                  <a:pt x="30480" y="843241"/>
                </a:lnTo>
                <a:lnTo>
                  <a:pt x="7760271" y="843241"/>
                </a:lnTo>
                <a:lnTo>
                  <a:pt x="7759979" y="846213"/>
                </a:lnTo>
                <a:lnTo>
                  <a:pt x="7748015" y="858189"/>
                </a:lnTo>
                <a:lnTo>
                  <a:pt x="7745044" y="858481"/>
                </a:lnTo>
                <a:close/>
              </a:path>
              <a:path extrusionOk="0" h="858519" w="7760334">
                <a:moveTo>
                  <a:pt x="30480" y="30480"/>
                </a:moveTo>
                <a:lnTo>
                  <a:pt x="15240" y="30480"/>
                </a:lnTo>
                <a:lnTo>
                  <a:pt x="30480" y="15240"/>
                </a:lnTo>
                <a:lnTo>
                  <a:pt x="30480" y="30480"/>
                </a:lnTo>
                <a:close/>
              </a:path>
              <a:path extrusionOk="0" h="858519" w="7760334">
                <a:moveTo>
                  <a:pt x="7729804" y="30480"/>
                </a:moveTo>
                <a:lnTo>
                  <a:pt x="30480" y="30480"/>
                </a:lnTo>
                <a:lnTo>
                  <a:pt x="30480" y="15240"/>
                </a:lnTo>
                <a:lnTo>
                  <a:pt x="7729804" y="15240"/>
                </a:lnTo>
                <a:lnTo>
                  <a:pt x="7729804" y="30480"/>
                </a:lnTo>
                <a:close/>
              </a:path>
              <a:path extrusionOk="0" h="858519" w="7760334">
                <a:moveTo>
                  <a:pt x="7729804" y="843241"/>
                </a:moveTo>
                <a:lnTo>
                  <a:pt x="7729804" y="15240"/>
                </a:lnTo>
                <a:lnTo>
                  <a:pt x="7745044" y="30480"/>
                </a:lnTo>
                <a:lnTo>
                  <a:pt x="7760271" y="30480"/>
                </a:lnTo>
                <a:lnTo>
                  <a:pt x="7760271" y="828001"/>
                </a:lnTo>
                <a:lnTo>
                  <a:pt x="7745044" y="828001"/>
                </a:lnTo>
                <a:lnTo>
                  <a:pt x="7729804" y="843241"/>
                </a:lnTo>
                <a:close/>
              </a:path>
              <a:path extrusionOk="0" h="858519" w="7760334">
                <a:moveTo>
                  <a:pt x="7760271" y="30480"/>
                </a:moveTo>
                <a:lnTo>
                  <a:pt x="7745044" y="30480"/>
                </a:lnTo>
                <a:lnTo>
                  <a:pt x="7729804" y="15240"/>
                </a:lnTo>
                <a:lnTo>
                  <a:pt x="7760271" y="15240"/>
                </a:lnTo>
                <a:lnTo>
                  <a:pt x="7760271" y="30480"/>
                </a:lnTo>
                <a:close/>
              </a:path>
              <a:path extrusionOk="0" h="858519" w="7760334">
                <a:moveTo>
                  <a:pt x="30480" y="843241"/>
                </a:moveTo>
                <a:lnTo>
                  <a:pt x="15240" y="828001"/>
                </a:lnTo>
                <a:lnTo>
                  <a:pt x="30480" y="828001"/>
                </a:lnTo>
                <a:lnTo>
                  <a:pt x="30480" y="843241"/>
                </a:lnTo>
                <a:close/>
              </a:path>
              <a:path extrusionOk="0" h="858519" w="7760334">
                <a:moveTo>
                  <a:pt x="7729804" y="843241"/>
                </a:moveTo>
                <a:lnTo>
                  <a:pt x="30480" y="843241"/>
                </a:lnTo>
                <a:lnTo>
                  <a:pt x="30480" y="828001"/>
                </a:lnTo>
                <a:lnTo>
                  <a:pt x="7729804" y="828001"/>
                </a:lnTo>
                <a:lnTo>
                  <a:pt x="7729804" y="843241"/>
                </a:lnTo>
                <a:close/>
              </a:path>
              <a:path extrusionOk="0" h="858519" w="7760334">
                <a:moveTo>
                  <a:pt x="7760271" y="843241"/>
                </a:moveTo>
                <a:lnTo>
                  <a:pt x="7729804" y="843241"/>
                </a:lnTo>
                <a:lnTo>
                  <a:pt x="7745044" y="828001"/>
                </a:lnTo>
                <a:lnTo>
                  <a:pt x="7760271" y="828001"/>
                </a:lnTo>
                <a:lnTo>
                  <a:pt x="7760271" y="843241"/>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 name="Google Shape;108;p10"/>
          <p:cNvSpPr txBox="1"/>
          <p:nvPr>
            <p:ph type="title"/>
          </p:nvPr>
        </p:nvSpPr>
        <p:spPr>
          <a:xfrm>
            <a:off x="3825621" y="1114932"/>
            <a:ext cx="4999355"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POIN PELANGGARAN</a:t>
            </a:r>
            <a:endParaRPr sz="4000"/>
          </a:p>
        </p:txBody>
      </p:sp>
      <p:sp>
        <p:nvSpPr>
          <p:cNvPr id="109" name="Google Shape;109;p10"/>
          <p:cNvSpPr txBox="1"/>
          <p:nvPr/>
        </p:nvSpPr>
        <p:spPr>
          <a:xfrm>
            <a:off x="2215900" y="1823600"/>
            <a:ext cx="8116200" cy="3429900"/>
          </a:xfrm>
          <a:prstGeom prst="rect">
            <a:avLst/>
          </a:prstGeom>
          <a:noFill/>
          <a:ln>
            <a:noFill/>
          </a:ln>
        </p:spPr>
        <p:txBody>
          <a:bodyPr anchorCtr="0" anchor="t" bIns="0" lIns="0" spcFirstLastPara="1" rIns="0" wrap="square" tIns="12700">
            <a:spAutoFit/>
          </a:bodyPr>
          <a:lstStyle/>
          <a:p>
            <a:pPr indent="-228600" lvl="0" marL="241300" rtl="0" algn="l">
              <a:lnSpc>
                <a:spcPct val="100000"/>
              </a:lnSpc>
              <a:spcBef>
                <a:spcPts val="0"/>
              </a:spcBef>
              <a:spcAft>
                <a:spcPts val="0"/>
              </a:spcAft>
              <a:buClr>
                <a:srgbClr val="9BACB5"/>
              </a:buClr>
              <a:buSzPts val="1600"/>
              <a:buFont typeface="Trebuchet MS"/>
              <a:buChar char="•"/>
            </a:pPr>
            <a:r>
              <a:rPr lang="en-US" sz="4800">
                <a:latin typeface="Trebuchet MS"/>
                <a:ea typeface="Trebuchet MS"/>
                <a:cs typeface="Trebuchet MS"/>
                <a:sym typeface="Trebuchet MS"/>
              </a:rPr>
              <a:t>Berkata kasar dan sara : -5</a:t>
            </a:r>
            <a:endParaRPr sz="4800">
              <a:latin typeface="Trebuchet MS"/>
              <a:ea typeface="Trebuchet MS"/>
              <a:cs typeface="Trebuchet MS"/>
              <a:sym typeface="Trebuchet MS"/>
            </a:endParaRPr>
          </a:p>
          <a:p>
            <a:pPr indent="-228600" lvl="0" marL="241300" rtl="0" algn="l">
              <a:lnSpc>
                <a:spcPct val="100000"/>
              </a:lnSpc>
              <a:spcBef>
                <a:spcPts val="0"/>
              </a:spcBef>
              <a:spcAft>
                <a:spcPts val="0"/>
              </a:spcAft>
              <a:buClr>
                <a:srgbClr val="9BACB5"/>
              </a:buClr>
              <a:buSzPts val="1600"/>
              <a:buFont typeface="Trebuchet MS"/>
              <a:buChar char="•"/>
            </a:pPr>
            <a:r>
              <a:rPr lang="en-US" sz="4800">
                <a:latin typeface="Trebuchet MS"/>
                <a:ea typeface="Trebuchet MS"/>
                <a:cs typeface="Trebuchet MS"/>
                <a:sym typeface="Trebuchet MS"/>
              </a:rPr>
              <a:t>Teaming : -10</a:t>
            </a:r>
            <a:endParaRPr sz="4800">
              <a:latin typeface="Trebuchet MS"/>
              <a:ea typeface="Trebuchet MS"/>
              <a:cs typeface="Trebuchet MS"/>
              <a:sym typeface="Trebuchet MS"/>
            </a:endParaRPr>
          </a:p>
          <a:p>
            <a:pPr indent="-228600" lvl="0" marL="241300" rtl="0" algn="l">
              <a:lnSpc>
                <a:spcPct val="100000"/>
              </a:lnSpc>
              <a:spcBef>
                <a:spcPts val="0"/>
              </a:spcBef>
              <a:spcAft>
                <a:spcPts val="0"/>
              </a:spcAft>
              <a:buClr>
                <a:srgbClr val="9BACB5"/>
              </a:buClr>
              <a:buSzPts val="1600"/>
              <a:buFont typeface="Trebuchet MS"/>
              <a:buChar char="•"/>
            </a:pPr>
            <a:r>
              <a:rPr lang="en-US" sz="4800">
                <a:latin typeface="Trebuchet MS"/>
                <a:ea typeface="Trebuchet MS"/>
                <a:cs typeface="Trebuchet MS"/>
                <a:sym typeface="Trebuchet MS"/>
              </a:rPr>
              <a:t>Cheat : -10000</a:t>
            </a:r>
            <a:endParaRPr sz="4800">
              <a:latin typeface="Trebuchet MS"/>
              <a:ea typeface="Trebuchet MS"/>
              <a:cs typeface="Trebuchet MS"/>
              <a:sym typeface="Trebuchet MS"/>
            </a:endParaRPr>
          </a:p>
          <a:p>
            <a:pPr indent="-228600" lvl="0" marL="241300" rtl="0" algn="l">
              <a:lnSpc>
                <a:spcPct val="100000"/>
              </a:lnSpc>
              <a:spcBef>
                <a:spcPts val="0"/>
              </a:spcBef>
              <a:spcAft>
                <a:spcPts val="0"/>
              </a:spcAft>
              <a:buClr>
                <a:srgbClr val="9BACB5"/>
              </a:buClr>
              <a:buSzPts val="1600"/>
              <a:buFont typeface="Trebuchet MS"/>
              <a:buChar char="•"/>
            </a:pPr>
            <a:r>
              <a:rPr lang="en-US" sz="4800">
                <a:latin typeface="Trebuchet MS"/>
                <a:ea typeface="Trebuchet MS"/>
                <a:cs typeface="Trebuchet MS"/>
                <a:sym typeface="Trebuchet MS"/>
              </a:rPr>
              <a:t>Self revive : -3</a:t>
            </a:r>
            <a:endParaRPr sz="4800">
              <a:latin typeface="Trebuchet MS"/>
              <a:ea typeface="Trebuchet MS"/>
              <a:cs typeface="Trebuchet MS"/>
              <a:sym typeface="Trebuchet MS"/>
            </a:endParaRPr>
          </a:p>
          <a:p>
            <a:pPr indent="-228600" lvl="0" marL="241300" rtl="0" algn="l">
              <a:lnSpc>
                <a:spcPct val="100000"/>
              </a:lnSpc>
              <a:spcBef>
                <a:spcPts val="0"/>
              </a:spcBef>
              <a:spcAft>
                <a:spcPts val="0"/>
              </a:spcAft>
              <a:buClr>
                <a:srgbClr val="9BACB5"/>
              </a:buClr>
              <a:buSzPts val="1000"/>
              <a:buFont typeface="Trebuchet MS"/>
              <a:buChar char="•"/>
            </a:pPr>
            <a:r>
              <a:rPr lang="en-US" sz="3000">
                <a:latin typeface="Trebuchet MS"/>
                <a:ea typeface="Trebuchet MS"/>
                <a:cs typeface="Trebuchet MS"/>
                <a:sym typeface="Trebuchet MS"/>
              </a:rPr>
              <a:t>INDIKASI ANARKIS (MEMUKUL MEJA, DLL)- 15</a:t>
            </a:r>
            <a:endParaRPr sz="3000">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 name="Shape 113"/>
        <p:cNvGrpSpPr/>
        <p:nvPr/>
      </p:nvGrpSpPr>
      <p:grpSpPr>
        <a:xfrm>
          <a:off x="0" y="0"/>
          <a:ext cx="0" cy="0"/>
          <a:chOff x="0" y="0"/>
          <a:chExt cx="0" cy="0"/>
        </a:xfrm>
      </p:grpSpPr>
      <p:sp>
        <p:nvSpPr>
          <p:cNvPr id="114" name="Google Shape;114;p11"/>
          <p:cNvSpPr/>
          <p:nvPr/>
        </p:nvSpPr>
        <p:spPr>
          <a:xfrm>
            <a:off x="2215895" y="947927"/>
            <a:ext cx="7760334" cy="673735"/>
          </a:xfrm>
          <a:custGeom>
            <a:rect b="b" l="l" r="r" t="t"/>
            <a:pathLst>
              <a:path extrusionOk="0" h="673735" w="7760334">
                <a:moveTo>
                  <a:pt x="7745095" y="673595"/>
                </a:moveTo>
                <a:lnTo>
                  <a:pt x="15240" y="673595"/>
                </a:lnTo>
                <a:lnTo>
                  <a:pt x="12268" y="673303"/>
                </a:lnTo>
                <a:lnTo>
                  <a:pt x="0" y="658368"/>
                </a:lnTo>
                <a:lnTo>
                  <a:pt x="0" y="15240"/>
                </a:lnTo>
                <a:lnTo>
                  <a:pt x="15240" y="0"/>
                </a:lnTo>
                <a:lnTo>
                  <a:pt x="7745095" y="0"/>
                </a:lnTo>
                <a:lnTo>
                  <a:pt x="7760334" y="15240"/>
                </a:lnTo>
                <a:lnTo>
                  <a:pt x="30480" y="15240"/>
                </a:lnTo>
                <a:lnTo>
                  <a:pt x="15240" y="30480"/>
                </a:lnTo>
                <a:lnTo>
                  <a:pt x="30480" y="30480"/>
                </a:lnTo>
                <a:lnTo>
                  <a:pt x="30480" y="643128"/>
                </a:lnTo>
                <a:lnTo>
                  <a:pt x="15240" y="643128"/>
                </a:lnTo>
                <a:lnTo>
                  <a:pt x="30480" y="658368"/>
                </a:lnTo>
                <a:lnTo>
                  <a:pt x="7760334" y="658368"/>
                </a:lnTo>
                <a:lnTo>
                  <a:pt x="7760042" y="661339"/>
                </a:lnTo>
                <a:lnTo>
                  <a:pt x="7748066" y="673303"/>
                </a:lnTo>
                <a:lnTo>
                  <a:pt x="7745095" y="673595"/>
                </a:lnTo>
                <a:close/>
              </a:path>
              <a:path extrusionOk="0" h="673735" w="7760334">
                <a:moveTo>
                  <a:pt x="30480" y="30480"/>
                </a:moveTo>
                <a:lnTo>
                  <a:pt x="15240" y="30480"/>
                </a:lnTo>
                <a:lnTo>
                  <a:pt x="30480" y="15240"/>
                </a:lnTo>
                <a:lnTo>
                  <a:pt x="30480" y="30480"/>
                </a:lnTo>
                <a:close/>
              </a:path>
              <a:path extrusionOk="0" h="673735" w="7760334">
                <a:moveTo>
                  <a:pt x="7729855" y="30480"/>
                </a:moveTo>
                <a:lnTo>
                  <a:pt x="30480" y="30480"/>
                </a:lnTo>
                <a:lnTo>
                  <a:pt x="30480" y="15240"/>
                </a:lnTo>
                <a:lnTo>
                  <a:pt x="7729855" y="15240"/>
                </a:lnTo>
                <a:lnTo>
                  <a:pt x="7729855" y="30480"/>
                </a:lnTo>
                <a:close/>
              </a:path>
              <a:path extrusionOk="0" h="673735" w="7760334">
                <a:moveTo>
                  <a:pt x="7729855" y="658368"/>
                </a:moveTo>
                <a:lnTo>
                  <a:pt x="7729855" y="15240"/>
                </a:lnTo>
                <a:lnTo>
                  <a:pt x="7745095" y="30480"/>
                </a:lnTo>
                <a:lnTo>
                  <a:pt x="7760334" y="30480"/>
                </a:lnTo>
                <a:lnTo>
                  <a:pt x="7760334" y="643128"/>
                </a:lnTo>
                <a:lnTo>
                  <a:pt x="7745095" y="643128"/>
                </a:lnTo>
                <a:lnTo>
                  <a:pt x="7729855" y="658368"/>
                </a:lnTo>
                <a:close/>
              </a:path>
              <a:path extrusionOk="0" h="673735" w="7760334">
                <a:moveTo>
                  <a:pt x="7760334" y="30480"/>
                </a:moveTo>
                <a:lnTo>
                  <a:pt x="7745095" y="30480"/>
                </a:lnTo>
                <a:lnTo>
                  <a:pt x="7729855" y="15240"/>
                </a:lnTo>
                <a:lnTo>
                  <a:pt x="7760334" y="15240"/>
                </a:lnTo>
                <a:lnTo>
                  <a:pt x="7760334" y="30480"/>
                </a:lnTo>
                <a:close/>
              </a:path>
              <a:path extrusionOk="0" h="673735" w="7760334">
                <a:moveTo>
                  <a:pt x="30480" y="658368"/>
                </a:moveTo>
                <a:lnTo>
                  <a:pt x="15240" y="643128"/>
                </a:lnTo>
                <a:lnTo>
                  <a:pt x="30480" y="643128"/>
                </a:lnTo>
                <a:lnTo>
                  <a:pt x="30480" y="658368"/>
                </a:lnTo>
                <a:close/>
              </a:path>
              <a:path extrusionOk="0" h="673735" w="7760334">
                <a:moveTo>
                  <a:pt x="7729855" y="658368"/>
                </a:moveTo>
                <a:lnTo>
                  <a:pt x="30480" y="658368"/>
                </a:lnTo>
                <a:lnTo>
                  <a:pt x="30480" y="643128"/>
                </a:lnTo>
                <a:lnTo>
                  <a:pt x="7729855" y="643128"/>
                </a:lnTo>
                <a:lnTo>
                  <a:pt x="7729855" y="658368"/>
                </a:lnTo>
                <a:close/>
              </a:path>
              <a:path extrusionOk="0" h="673735" w="7760334">
                <a:moveTo>
                  <a:pt x="7760334" y="658368"/>
                </a:moveTo>
                <a:lnTo>
                  <a:pt x="7729855" y="658368"/>
                </a:lnTo>
                <a:lnTo>
                  <a:pt x="7745095" y="643128"/>
                </a:lnTo>
                <a:lnTo>
                  <a:pt x="7760334" y="643128"/>
                </a:lnTo>
                <a:lnTo>
                  <a:pt x="7760334" y="658368"/>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5" name="Google Shape;115;p11"/>
          <p:cNvSpPr txBox="1"/>
          <p:nvPr>
            <p:ph type="title"/>
          </p:nvPr>
        </p:nvSpPr>
        <p:spPr>
          <a:xfrm>
            <a:off x="3234435" y="1132713"/>
            <a:ext cx="6182360"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FORMAT DAN CONTOH SCREENSHOT</a:t>
            </a:r>
            <a:endParaRPr sz="2800"/>
          </a:p>
        </p:txBody>
      </p:sp>
      <p:sp>
        <p:nvSpPr>
          <p:cNvPr id="116" name="Google Shape;116;p11"/>
          <p:cNvSpPr txBox="1"/>
          <p:nvPr/>
        </p:nvSpPr>
        <p:spPr>
          <a:xfrm>
            <a:off x="2310129" y="2137028"/>
            <a:ext cx="2099945" cy="1307465"/>
          </a:xfrm>
          <a:prstGeom prst="rect">
            <a:avLst/>
          </a:prstGeom>
          <a:noFill/>
          <a:ln>
            <a:noFill/>
          </a:ln>
        </p:spPr>
        <p:txBody>
          <a:bodyPr anchorCtr="0" anchor="t" bIns="0" lIns="0" spcFirstLastPara="1" rIns="0" wrap="square" tIns="24125">
            <a:spAutoFit/>
          </a:bodyPr>
          <a:lstStyle/>
          <a:p>
            <a:pPr indent="-228600" lvl="0" marL="241300" rtl="0" algn="l">
              <a:lnSpc>
                <a:spcPct val="100000"/>
              </a:lnSpc>
              <a:spcBef>
                <a:spcPts val="0"/>
              </a:spcBef>
              <a:spcAft>
                <a:spcPts val="0"/>
              </a:spcAft>
              <a:buSzPts val="1600"/>
              <a:buFont typeface="Trebuchet MS"/>
              <a:buChar char="•"/>
            </a:pPr>
            <a:r>
              <a:rPr lang="en-US" sz="1600">
                <a:latin typeface="Trebuchet MS"/>
                <a:ea typeface="Trebuchet MS"/>
                <a:cs typeface="Trebuchet MS"/>
                <a:sym typeface="Trebuchet MS"/>
              </a:rPr>
              <a:t>FORMAT</a:t>
            </a:r>
            <a:endParaRPr sz="1600">
              <a:latin typeface="Trebuchet MS"/>
              <a:ea typeface="Trebuchet MS"/>
              <a:cs typeface="Trebuchet MS"/>
              <a:sym typeface="Trebuchet MS"/>
            </a:endParaRPr>
          </a:p>
          <a:p>
            <a:pPr indent="0" lvl="0" marL="914400" marR="5080" rtl="0" algn="just">
              <a:lnSpc>
                <a:spcPct val="126874"/>
              </a:lnSpc>
              <a:spcBef>
                <a:spcPts val="65"/>
              </a:spcBef>
              <a:spcAft>
                <a:spcPts val="0"/>
              </a:spcAft>
              <a:buNone/>
            </a:pPr>
            <a:r>
              <a:rPr lang="en-US" sz="1600">
                <a:latin typeface="Trebuchet MS"/>
                <a:ea typeface="Trebuchet MS"/>
                <a:cs typeface="Trebuchet MS"/>
                <a:sym typeface="Trebuchet MS"/>
              </a:rPr>
              <a:t>NAMA TEAM PLACEMENT KILL</a:t>
            </a:r>
            <a:endParaRPr sz="1600">
              <a:latin typeface="Trebuchet MS"/>
              <a:ea typeface="Trebuchet MS"/>
              <a:cs typeface="Trebuchet MS"/>
              <a:sym typeface="Trebuchet MS"/>
            </a:endParaRPr>
          </a:p>
          <a:p>
            <a:pPr indent="0" lvl="0" marL="914400" rtl="0" algn="l">
              <a:lnSpc>
                <a:spcPct val="100000"/>
              </a:lnSpc>
              <a:spcBef>
                <a:spcPts val="10"/>
              </a:spcBef>
              <a:spcAft>
                <a:spcPts val="0"/>
              </a:spcAft>
              <a:buNone/>
            </a:pPr>
            <a:r>
              <a:rPr lang="en-US" sz="1600">
                <a:latin typeface="Trebuchet MS"/>
                <a:ea typeface="Trebuchet MS"/>
                <a:cs typeface="Trebuchet MS"/>
                <a:sym typeface="Trebuchet MS"/>
              </a:rPr>
              <a:t>MATCH</a:t>
            </a:r>
            <a:endParaRPr sz="1600">
              <a:latin typeface="Trebuchet MS"/>
              <a:ea typeface="Trebuchet MS"/>
              <a:cs typeface="Trebuchet MS"/>
              <a:sym typeface="Trebuchet MS"/>
            </a:endParaRPr>
          </a:p>
        </p:txBody>
      </p:sp>
      <p:sp>
        <p:nvSpPr>
          <p:cNvPr id="117" name="Google Shape;117;p11"/>
          <p:cNvSpPr txBox="1"/>
          <p:nvPr/>
        </p:nvSpPr>
        <p:spPr>
          <a:xfrm>
            <a:off x="5040629" y="2390394"/>
            <a:ext cx="74295" cy="1054100"/>
          </a:xfrm>
          <a:prstGeom prst="rect">
            <a:avLst/>
          </a:prstGeom>
          <a:noFill/>
          <a:ln>
            <a:noFill/>
          </a:ln>
        </p:spPr>
        <p:txBody>
          <a:bodyPr anchorCtr="0" anchor="t" bIns="0" lIns="0" spcFirstLastPara="1" rIns="0" wrap="square" tIns="26025">
            <a:spAutoFit/>
          </a:bodyPr>
          <a:lstStyle/>
          <a:p>
            <a:pPr indent="0" lvl="0" marL="12700" rtl="0" algn="l">
              <a:lnSpc>
                <a:spcPct val="100000"/>
              </a:lnSpc>
              <a:spcBef>
                <a:spcPts val="0"/>
              </a:spcBef>
              <a:spcAft>
                <a:spcPts val="0"/>
              </a:spcAft>
              <a:buNone/>
            </a:pPr>
            <a:r>
              <a:rPr lang="en-US" sz="1600">
                <a:latin typeface="Trebuchet MS"/>
                <a:ea typeface="Trebuchet MS"/>
                <a:cs typeface="Trebuchet MS"/>
                <a:sym typeface="Trebuchet MS"/>
              </a:rPr>
              <a:t>:</a:t>
            </a:r>
            <a:endParaRPr sz="1600">
              <a:latin typeface="Trebuchet MS"/>
              <a:ea typeface="Trebuchet MS"/>
              <a:cs typeface="Trebuchet MS"/>
              <a:sym typeface="Trebuchet MS"/>
            </a:endParaRPr>
          </a:p>
          <a:p>
            <a:pPr indent="0" lvl="0" marL="12700" rtl="0" algn="l">
              <a:lnSpc>
                <a:spcPct val="100000"/>
              </a:lnSpc>
              <a:spcBef>
                <a:spcPts val="105"/>
              </a:spcBef>
              <a:spcAft>
                <a:spcPts val="0"/>
              </a:spcAft>
              <a:buNone/>
            </a:pPr>
            <a:r>
              <a:rPr lang="en-US" sz="1600">
                <a:latin typeface="Trebuchet MS"/>
                <a:ea typeface="Trebuchet MS"/>
                <a:cs typeface="Trebuchet MS"/>
                <a:sym typeface="Trebuchet MS"/>
              </a:rPr>
              <a:t>:</a:t>
            </a:r>
            <a:endParaRPr sz="1600">
              <a:latin typeface="Trebuchet MS"/>
              <a:ea typeface="Trebuchet MS"/>
              <a:cs typeface="Trebuchet MS"/>
              <a:sym typeface="Trebuchet MS"/>
            </a:endParaRPr>
          </a:p>
          <a:p>
            <a:pPr indent="0" lvl="0" marL="12700" rtl="0" algn="l">
              <a:lnSpc>
                <a:spcPct val="100000"/>
              </a:lnSpc>
              <a:spcBef>
                <a:spcPts val="105"/>
              </a:spcBef>
              <a:spcAft>
                <a:spcPts val="0"/>
              </a:spcAft>
              <a:buNone/>
            </a:pPr>
            <a:r>
              <a:rPr lang="en-US" sz="1600">
                <a:latin typeface="Trebuchet MS"/>
                <a:ea typeface="Trebuchet MS"/>
                <a:cs typeface="Trebuchet MS"/>
                <a:sym typeface="Trebuchet MS"/>
              </a:rPr>
              <a:t>:</a:t>
            </a:r>
            <a:endParaRPr sz="1600">
              <a:latin typeface="Trebuchet MS"/>
              <a:ea typeface="Trebuchet MS"/>
              <a:cs typeface="Trebuchet MS"/>
              <a:sym typeface="Trebuchet MS"/>
            </a:endParaRPr>
          </a:p>
          <a:p>
            <a:pPr indent="0" lvl="0" marL="12700" rtl="0" algn="l">
              <a:lnSpc>
                <a:spcPct val="100000"/>
              </a:lnSpc>
              <a:spcBef>
                <a:spcPts val="105"/>
              </a:spcBef>
              <a:spcAft>
                <a:spcPts val="0"/>
              </a:spcAft>
              <a:buNone/>
            </a:pPr>
            <a:r>
              <a:rPr lang="en-US" sz="1600">
                <a:latin typeface="Trebuchet MS"/>
                <a:ea typeface="Trebuchet MS"/>
                <a:cs typeface="Trebuchet MS"/>
                <a:sym typeface="Trebuchet MS"/>
              </a:rPr>
              <a:t>:</a:t>
            </a:r>
            <a:endParaRPr sz="1600">
              <a:latin typeface="Trebuchet MS"/>
              <a:ea typeface="Trebuchet MS"/>
              <a:cs typeface="Trebuchet MS"/>
              <a:sym typeface="Trebuchet MS"/>
            </a:endParaRPr>
          </a:p>
        </p:txBody>
      </p:sp>
      <p:sp>
        <p:nvSpPr>
          <p:cNvPr id="118" name="Google Shape;118;p11"/>
          <p:cNvSpPr txBox="1"/>
          <p:nvPr/>
        </p:nvSpPr>
        <p:spPr>
          <a:xfrm>
            <a:off x="2310129" y="3692270"/>
            <a:ext cx="2480945" cy="268605"/>
          </a:xfrm>
          <a:prstGeom prst="rect">
            <a:avLst/>
          </a:prstGeom>
          <a:noFill/>
          <a:ln>
            <a:noFill/>
          </a:ln>
        </p:spPr>
        <p:txBody>
          <a:bodyPr anchorCtr="0" anchor="t" bIns="0" lIns="0" spcFirstLastPara="1" rIns="0" wrap="square" tIns="12050">
            <a:spAutoFit/>
          </a:bodyPr>
          <a:lstStyle/>
          <a:p>
            <a:pPr indent="-285750" lvl="0" marL="298450" rtl="0" algn="l">
              <a:lnSpc>
                <a:spcPct val="100000"/>
              </a:lnSpc>
              <a:spcBef>
                <a:spcPts val="0"/>
              </a:spcBef>
              <a:spcAft>
                <a:spcPts val="0"/>
              </a:spcAft>
              <a:buSzPts val="1600"/>
              <a:buFont typeface="Trebuchet MS"/>
              <a:buChar char="•"/>
            </a:pPr>
            <a:r>
              <a:rPr lang="en-US" sz="1600">
                <a:latin typeface="Trebuchet MS"/>
                <a:ea typeface="Trebuchet MS"/>
                <a:cs typeface="Trebuchet MS"/>
                <a:sym typeface="Trebuchet MS"/>
              </a:rPr>
              <a:t>CONTOH SCREENSHOT</a:t>
            </a:r>
            <a:endParaRPr sz="1600">
              <a:latin typeface="Trebuchet MS"/>
              <a:ea typeface="Trebuchet MS"/>
              <a:cs typeface="Trebuchet MS"/>
              <a:sym typeface="Trebuchet MS"/>
            </a:endParaRPr>
          </a:p>
        </p:txBody>
      </p:sp>
      <p:pic>
        <p:nvPicPr>
          <p:cNvPr id="119" name="Google Shape;119;p11"/>
          <p:cNvPicPr preferRelativeResize="0"/>
          <p:nvPr/>
        </p:nvPicPr>
        <p:blipFill rotWithShape="1">
          <a:blip r:embed="rId3">
            <a:alphaModFix/>
          </a:blip>
          <a:srcRect b="0" l="0" r="0" t="0"/>
          <a:stretch/>
        </p:blipFill>
        <p:spPr>
          <a:xfrm>
            <a:off x="2624327" y="4012691"/>
            <a:ext cx="4581144" cy="20604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3" name="Shape 123"/>
        <p:cNvGrpSpPr/>
        <p:nvPr/>
      </p:nvGrpSpPr>
      <p:grpSpPr>
        <a:xfrm>
          <a:off x="0" y="0"/>
          <a:ext cx="0" cy="0"/>
          <a:chOff x="0" y="0"/>
          <a:chExt cx="0" cy="0"/>
        </a:xfrm>
      </p:grpSpPr>
      <p:sp>
        <p:nvSpPr>
          <p:cNvPr id="124" name="Google Shape;124;p12"/>
          <p:cNvSpPr/>
          <p:nvPr/>
        </p:nvSpPr>
        <p:spPr>
          <a:xfrm>
            <a:off x="573023" y="618744"/>
            <a:ext cx="10546080" cy="911225"/>
          </a:xfrm>
          <a:custGeom>
            <a:rect b="b" l="l" r="r" t="t"/>
            <a:pathLst>
              <a:path extrusionOk="0" h="911225" w="10546080">
                <a:moveTo>
                  <a:pt x="10530840" y="911224"/>
                </a:moveTo>
                <a:lnTo>
                  <a:pt x="15240" y="911224"/>
                </a:lnTo>
                <a:lnTo>
                  <a:pt x="12268" y="910932"/>
                </a:lnTo>
                <a:lnTo>
                  <a:pt x="0" y="895984"/>
                </a:lnTo>
                <a:lnTo>
                  <a:pt x="0" y="15239"/>
                </a:lnTo>
                <a:lnTo>
                  <a:pt x="15240" y="0"/>
                </a:lnTo>
                <a:lnTo>
                  <a:pt x="10530840" y="0"/>
                </a:lnTo>
                <a:lnTo>
                  <a:pt x="10546080" y="15239"/>
                </a:lnTo>
                <a:lnTo>
                  <a:pt x="30480" y="15239"/>
                </a:lnTo>
                <a:lnTo>
                  <a:pt x="15240" y="30479"/>
                </a:lnTo>
                <a:lnTo>
                  <a:pt x="30480" y="30479"/>
                </a:lnTo>
                <a:lnTo>
                  <a:pt x="30480" y="880744"/>
                </a:lnTo>
                <a:lnTo>
                  <a:pt x="15240" y="880744"/>
                </a:lnTo>
                <a:lnTo>
                  <a:pt x="30480" y="895984"/>
                </a:lnTo>
                <a:lnTo>
                  <a:pt x="10546080" y="895984"/>
                </a:lnTo>
                <a:lnTo>
                  <a:pt x="10545787" y="898956"/>
                </a:lnTo>
                <a:lnTo>
                  <a:pt x="10533811" y="910932"/>
                </a:lnTo>
                <a:lnTo>
                  <a:pt x="10530840" y="911224"/>
                </a:lnTo>
                <a:close/>
              </a:path>
              <a:path extrusionOk="0" h="911225" w="10546080">
                <a:moveTo>
                  <a:pt x="30480" y="30479"/>
                </a:moveTo>
                <a:lnTo>
                  <a:pt x="15240" y="30479"/>
                </a:lnTo>
                <a:lnTo>
                  <a:pt x="30480" y="15239"/>
                </a:lnTo>
                <a:lnTo>
                  <a:pt x="30480" y="30479"/>
                </a:lnTo>
                <a:close/>
              </a:path>
              <a:path extrusionOk="0" h="911225" w="10546080">
                <a:moveTo>
                  <a:pt x="10515600" y="30479"/>
                </a:moveTo>
                <a:lnTo>
                  <a:pt x="30480" y="30479"/>
                </a:lnTo>
                <a:lnTo>
                  <a:pt x="30480" y="15239"/>
                </a:lnTo>
                <a:lnTo>
                  <a:pt x="10515600" y="15239"/>
                </a:lnTo>
                <a:lnTo>
                  <a:pt x="10515600" y="30479"/>
                </a:lnTo>
                <a:close/>
              </a:path>
              <a:path extrusionOk="0" h="911225" w="10546080">
                <a:moveTo>
                  <a:pt x="10515600" y="895984"/>
                </a:moveTo>
                <a:lnTo>
                  <a:pt x="10515600" y="15239"/>
                </a:lnTo>
                <a:lnTo>
                  <a:pt x="10530840" y="30479"/>
                </a:lnTo>
                <a:lnTo>
                  <a:pt x="10546080" y="30479"/>
                </a:lnTo>
                <a:lnTo>
                  <a:pt x="10546080" y="880744"/>
                </a:lnTo>
                <a:lnTo>
                  <a:pt x="10530840" y="880744"/>
                </a:lnTo>
                <a:lnTo>
                  <a:pt x="10515600" y="895984"/>
                </a:lnTo>
                <a:close/>
              </a:path>
              <a:path extrusionOk="0" h="911225" w="10546080">
                <a:moveTo>
                  <a:pt x="10546080" y="30479"/>
                </a:moveTo>
                <a:lnTo>
                  <a:pt x="10530840" y="30479"/>
                </a:lnTo>
                <a:lnTo>
                  <a:pt x="10515600" y="15239"/>
                </a:lnTo>
                <a:lnTo>
                  <a:pt x="10546080" y="15239"/>
                </a:lnTo>
                <a:lnTo>
                  <a:pt x="10546080" y="30479"/>
                </a:lnTo>
                <a:close/>
              </a:path>
              <a:path extrusionOk="0" h="911225" w="10546080">
                <a:moveTo>
                  <a:pt x="30480" y="895984"/>
                </a:moveTo>
                <a:lnTo>
                  <a:pt x="15240" y="880744"/>
                </a:lnTo>
                <a:lnTo>
                  <a:pt x="30480" y="880744"/>
                </a:lnTo>
                <a:lnTo>
                  <a:pt x="30480" y="895984"/>
                </a:lnTo>
                <a:close/>
              </a:path>
              <a:path extrusionOk="0" h="911225" w="10546080">
                <a:moveTo>
                  <a:pt x="10515600" y="895984"/>
                </a:moveTo>
                <a:lnTo>
                  <a:pt x="30480" y="895984"/>
                </a:lnTo>
                <a:lnTo>
                  <a:pt x="30480" y="880744"/>
                </a:lnTo>
                <a:lnTo>
                  <a:pt x="10515600" y="880744"/>
                </a:lnTo>
                <a:lnTo>
                  <a:pt x="10515600" y="895984"/>
                </a:lnTo>
                <a:close/>
              </a:path>
              <a:path extrusionOk="0" h="911225" w="10546080">
                <a:moveTo>
                  <a:pt x="10546080" y="895984"/>
                </a:moveTo>
                <a:lnTo>
                  <a:pt x="10515600" y="895984"/>
                </a:lnTo>
                <a:lnTo>
                  <a:pt x="10530840" y="880744"/>
                </a:lnTo>
                <a:lnTo>
                  <a:pt x="10546080" y="880744"/>
                </a:lnTo>
                <a:lnTo>
                  <a:pt x="10546080" y="89598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5" name="Google Shape;125;p12"/>
          <p:cNvSpPr txBox="1"/>
          <p:nvPr>
            <p:ph type="title"/>
          </p:nvPr>
        </p:nvSpPr>
        <p:spPr>
          <a:xfrm>
            <a:off x="4468748" y="1039749"/>
            <a:ext cx="2752725"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FORMAT MATCH</a:t>
            </a:r>
            <a:endParaRPr sz="2800"/>
          </a:p>
        </p:txBody>
      </p:sp>
      <p:sp>
        <p:nvSpPr>
          <p:cNvPr id="126" name="Google Shape;126;p12"/>
          <p:cNvSpPr txBox="1"/>
          <p:nvPr/>
        </p:nvSpPr>
        <p:spPr>
          <a:xfrm>
            <a:off x="916330" y="2256180"/>
            <a:ext cx="2303780" cy="4029949"/>
          </a:xfrm>
          <a:prstGeom prst="rect">
            <a:avLst/>
          </a:prstGeom>
          <a:noFill/>
          <a:ln>
            <a:noFill/>
          </a:ln>
        </p:spPr>
        <p:txBody>
          <a:bodyPr anchorCtr="0" anchor="t" bIns="0" lIns="0" spcFirstLastPara="1" rIns="0" wrap="square" tIns="165725">
            <a:spAutoFit/>
          </a:bodyPr>
          <a:lstStyle/>
          <a:p>
            <a:pPr indent="-340360" lvl="0" marL="353060" rtl="0" algn="l">
              <a:lnSpc>
                <a:spcPct val="100000"/>
              </a:lnSpc>
              <a:spcBef>
                <a:spcPts val="0"/>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Mode</a:t>
            </a:r>
            <a:endParaRPr sz="1900">
              <a:latin typeface="Trebuchet MS"/>
              <a:ea typeface="Trebuchet MS"/>
              <a:cs typeface="Trebuchet MS"/>
              <a:sym typeface="Trebuchet MS"/>
            </a:endParaRPr>
          </a:p>
          <a:p>
            <a:pPr indent="-340360" lvl="0" marL="353060" rtl="0" algn="l">
              <a:lnSpc>
                <a:spcPct val="100000"/>
              </a:lnSpc>
              <a:spcBef>
                <a:spcPts val="1205"/>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Flare gun</a:t>
            </a:r>
            <a:endParaRPr sz="1900">
              <a:latin typeface="Trebuchet MS"/>
              <a:ea typeface="Trebuchet MS"/>
              <a:cs typeface="Trebuchet MS"/>
              <a:sym typeface="Trebuchet MS"/>
            </a:endParaRPr>
          </a:p>
          <a:p>
            <a:pPr indent="-340360" lvl="0" marL="353060" rtl="0" algn="l">
              <a:lnSpc>
                <a:spcPct val="100000"/>
              </a:lnSpc>
              <a:spcBef>
                <a:spcPts val="1200"/>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Red Zone</a:t>
            </a:r>
            <a:endParaRPr sz="1900">
              <a:latin typeface="Trebuchet MS"/>
              <a:ea typeface="Trebuchet MS"/>
              <a:cs typeface="Trebuchet MS"/>
              <a:sym typeface="Trebuchet MS"/>
            </a:endParaRPr>
          </a:p>
          <a:p>
            <a:pPr indent="-340360" lvl="0" marL="353060" rtl="0" algn="l">
              <a:lnSpc>
                <a:spcPct val="100000"/>
              </a:lnSpc>
              <a:spcBef>
                <a:spcPts val="1200"/>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Aim Assist</a:t>
            </a:r>
            <a:endParaRPr sz="1900">
              <a:latin typeface="Trebuchet MS"/>
              <a:ea typeface="Trebuchet MS"/>
              <a:cs typeface="Trebuchet MS"/>
              <a:sym typeface="Trebuchet MS"/>
            </a:endParaRPr>
          </a:p>
          <a:p>
            <a:pPr indent="-340360" lvl="0" marL="353060" rtl="0" algn="l">
              <a:lnSpc>
                <a:spcPct val="100000"/>
              </a:lnSpc>
              <a:spcBef>
                <a:spcPts val="1205"/>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Sound Visual</a:t>
            </a:r>
            <a:endParaRPr sz="1900">
              <a:latin typeface="Trebuchet MS"/>
              <a:ea typeface="Trebuchet MS"/>
              <a:cs typeface="Trebuchet MS"/>
              <a:sym typeface="Trebuchet MS"/>
            </a:endParaRPr>
          </a:p>
          <a:p>
            <a:pPr indent="-340360" lvl="0" marL="353060" rtl="0" algn="l">
              <a:lnSpc>
                <a:spcPct val="100000"/>
              </a:lnSpc>
              <a:spcBef>
                <a:spcPts val="1200"/>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Zona</a:t>
            </a:r>
            <a:endParaRPr sz="1900">
              <a:latin typeface="Trebuchet MS"/>
              <a:ea typeface="Trebuchet MS"/>
              <a:cs typeface="Trebuchet MS"/>
              <a:sym typeface="Trebuchet MS"/>
            </a:endParaRPr>
          </a:p>
          <a:p>
            <a:pPr indent="-340360" lvl="0" marL="353060" rtl="0" algn="l">
              <a:lnSpc>
                <a:spcPct val="100000"/>
              </a:lnSpc>
              <a:spcBef>
                <a:spcPts val="1200"/>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Playzone Damage</a:t>
            </a:r>
            <a:endParaRPr sz="1900">
              <a:latin typeface="Trebuchet MS"/>
              <a:ea typeface="Trebuchet MS"/>
              <a:cs typeface="Trebuchet MS"/>
              <a:sym typeface="Trebuchet MS"/>
            </a:endParaRPr>
          </a:p>
          <a:p>
            <a:pPr indent="-340360" lvl="0" marL="353060" rtl="0" algn="l">
              <a:lnSpc>
                <a:spcPct val="100000"/>
              </a:lnSpc>
              <a:spcBef>
                <a:spcPts val="1205"/>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Kualifikasi </a:t>
            </a:r>
            <a:endParaRPr/>
          </a:p>
          <a:p>
            <a:pPr indent="-340360" lvl="0" marL="353060" rtl="0" algn="l">
              <a:lnSpc>
                <a:spcPct val="100000"/>
              </a:lnSpc>
              <a:spcBef>
                <a:spcPts val="1205"/>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Final </a:t>
            </a:r>
            <a:endParaRPr sz="1900">
              <a:latin typeface="Trebuchet MS"/>
              <a:ea typeface="Trebuchet MS"/>
              <a:cs typeface="Trebuchet MS"/>
              <a:sym typeface="Trebuchet MS"/>
            </a:endParaRPr>
          </a:p>
        </p:txBody>
      </p:sp>
      <p:sp>
        <p:nvSpPr>
          <p:cNvPr id="127" name="Google Shape;127;p12"/>
          <p:cNvSpPr txBox="1"/>
          <p:nvPr/>
        </p:nvSpPr>
        <p:spPr>
          <a:xfrm>
            <a:off x="3658361" y="2179967"/>
            <a:ext cx="6765900" cy="4032900"/>
          </a:xfrm>
          <a:prstGeom prst="rect">
            <a:avLst/>
          </a:prstGeom>
          <a:noFill/>
          <a:ln>
            <a:noFill/>
          </a:ln>
        </p:spPr>
        <p:txBody>
          <a:bodyPr anchorCtr="0" anchor="t" bIns="0" lIns="0" spcFirstLastPara="1" rIns="0" wrap="square" tIns="165725">
            <a:spAutoFit/>
          </a:bodyPr>
          <a:lstStyle/>
          <a:p>
            <a:pPr indent="0" lvl="0" marL="12700" rtl="0" algn="l">
              <a:lnSpc>
                <a:spcPct val="100000"/>
              </a:lnSpc>
              <a:spcBef>
                <a:spcPts val="0"/>
              </a:spcBef>
              <a:spcAft>
                <a:spcPts val="0"/>
              </a:spcAft>
              <a:buNone/>
            </a:pPr>
            <a:r>
              <a:rPr lang="en-US" sz="1900">
                <a:solidFill>
                  <a:srgbClr val="222222"/>
                </a:solidFill>
                <a:latin typeface="Trebuchet MS"/>
                <a:ea typeface="Trebuchet MS"/>
                <a:cs typeface="Trebuchet MS"/>
                <a:sym typeface="Trebuchet MS"/>
              </a:rPr>
              <a:t>: TPP Battle Royal</a:t>
            </a:r>
            <a:endParaRPr sz="1900">
              <a:latin typeface="Trebuchet MS"/>
              <a:ea typeface="Trebuchet MS"/>
              <a:cs typeface="Trebuchet MS"/>
              <a:sym typeface="Trebuchet MS"/>
            </a:endParaRPr>
          </a:p>
          <a:p>
            <a:pPr indent="0" lvl="0" marL="12700" rtl="0" algn="l">
              <a:lnSpc>
                <a:spcPct val="100000"/>
              </a:lnSpc>
              <a:spcBef>
                <a:spcPts val="1205"/>
              </a:spcBef>
              <a:spcAft>
                <a:spcPts val="0"/>
              </a:spcAft>
              <a:buNone/>
            </a:pPr>
            <a:r>
              <a:rPr lang="en-US" sz="1900">
                <a:solidFill>
                  <a:srgbClr val="222222"/>
                </a:solidFill>
                <a:latin typeface="Trebuchet MS"/>
                <a:ea typeface="Trebuchet MS"/>
                <a:cs typeface="Trebuchet MS"/>
                <a:sym typeface="Trebuchet MS"/>
              </a:rPr>
              <a:t>: OFF</a:t>
            </a:r>
            <a:endParaRPr sz="1900">
              <a:latin typeface="Trebuchet MS"/>
              <a:ea typeface="Trebuchet MS"/>
              <a:cs typeface="Trebuchet MS"/>
              <a:sym typeface="Trebuchet MS"/>
            </a:endParaRPr>
          </a:p>
          <a:p>
            <a:pPr indent="0" lvl="0" marL="12700" rtl="0" algn="l">
              <a:lnSpc>
                <a:spcPct val="100000"/>
              </a:lnSpc>
              <a:spcBef>
                <a:spcPts val="1200"/>
              </a:spcBef>
              <a:spcAft>
                <a:spcPts val="0"/>
              </a:spcAft>
              <a:buNone/>
            </a:pPr>
            <a:r>
              <a:rPr lang="en-US" sz="1900">
                <a:solidFill>
                  <a:srgbClr val="222222"/>
                </a:solidFill>
                <a:latin typeface="Trebuchet MS"/>
                <a:ea typeface="Trebuchet MS"/>
                <a:cs typeface="Trebuchet MS"/>
                <a:sym typeface="Trebuchet MS"/>
              </a:rPr>
              <a:t>: OFF</a:t>
            </a:r>
            <a:endParaRPr sz="1900">
              <a:latin typeface="Trebuchet MS"/>
              <a:ea typeface="Trebuchet MS"/>
              <a:cs typeface="Trebuchet MS"/>
              <a:sym typeface="Trebuchet MS"/>
            </a:endParaRPr>
          </a:p>
          <a:p>
            <a:pPr indent="0" lvl="0" marL="12700" rtl="0" algn="l">
              <a:lnSpc>
                <a:spcPct val="100000"/>
              </a:lnSpc>
              <a:spcBef>
                <a:spcPts val="1200"/>
              </a:spcBef>
              <a:spcAft>
                <a:spcPts val="0"/>
              </a:spcAft>
              <a:buNone/>
            </a:pPr>
            <a:r>
              <a:rPr lang="en-US" sz="1900">
                <a:solidFill>
                  <a:srgbClr val="222222"/>
                </a:solidFill>
                <a:latin typeface="Trebuchet MS"/>
                <a:ea typeface="Trebuchet MS"/>
                <a:cs typeface="Trebuchet MS"/>
                <a:sym typeface="Trebuchet MS"/>
              </a:rPr>
              <a:t>: OFF</a:t>
            </a:r>
            <a:endParaRPr sz="1900">
              <a:latin typeface="Trebuchet MS"/>
              <a:ea typeface="Trebuchet MS"/>
              <a:cs typeface="Trebuchet MS"/>
              <a:sym typeface="Trebuchet MS"/>
            </a:endParaRPr>
          </a:p>
          <a:p>
            <a:pPr indent="0" lvl="0" marL="12700" rtl="0" algn="l">
              <a:lnSpc>
                <a:spcPct val="100000"/>
              </a:lnSpc>
              <a:spcBef>
                <a:spcPts val="1205"/>
              </a:spcBef>
              <a:spcAft>
                <a:spcPts val="0"/>
              </a:spcAft>
              <a:buNone/>
            </a:pPr>
            <a:r>
              <a:rPr lang="en-US" sz="1900">
                <a:solidFill>
                  <a:srgbClr val="222222"/>
                </a:solidFill>
                <a:latin typeface="Trebuchet MS"/>
                <a:ea typeface="Trebuchet MS"/>
                <a:cs typeface="Trebuchet MS"/>
                <a:sym typeface="Trebuchet MS"/>
              </a:rPr>
              <a:t>: OFF</a:t>
            </a:r>
            <a:endParaRPr sz="1900">
              <a:latin typeface="Trebuchet MS"/>
              <a:ea typeface="Trebuchet MS"/>
              <a:cs typeface="Trebuchet MS"/>
              <a:sym typeface="Trebuchet MS"/>
            </a:endParaRPr>
          </a:p>
          <a:p>
            <a:pPr indent="0" lvl="0" marL="12700" rtl="0" algn="l">
              <a:lnSpc>
                <a:spcPct val="100000"/>
              </a:lnSpc>
              <a:spcBef>
                <a:spcPts val="1200"/>
              </a:spcBef>
              <a:spcAft>
                <a:spcPts val="0"/>
              </a:spcAft>
              <a:buNone/>
            </a:pPr>
            <a:r>
              <a:rPr lang="en-US" sz="1900">
                <a:solidFill>
                  <a:srgbClr val="222222"/>
                </a:solidFill>
                <a:latin typeface="Trebuchet MS"/>
                <a:ea typeface="Trebuchet MS"/>
                <a:cs typeface="Trebuchet MS"/>
                <a:sym typeface="Trebuchet MS"/>
              </a:rPr>
              <a:t>: 1,2 </a:t>
            </a:r>
            <a:endParaRPr sz="1900">
              <a:latin typeface="Trebuchet MS"/>
              <a:ea typeface="Trebuchet MS"/>
              <a:cs typeface="Trebuchet MS"/>
              <a:sym typeface="Trebuchet MS"/>
            </a:endParaRPr>
          </a:p>
          <a:p>
            <a:pPr indent="0" lvl="0" marL="12700" rtl="0" algn="l">
              <a:lnSpc>
                <a:spcPct val="100000"/>
              </a:lnSpc>
              <a:spcBef>
                <a:spcPts val="1200"/>
              </a:spcBef>
              <a:spcAft>
                <a:spcPts val="0"/>
              </a:spcAft>
              <a:buNone/>
            </a:pPr>
            <a:r>
              <a:rPr lang="en-US" sz="1900">
                <a:solidFill>
                  <a:srgbClr val="222222"/>
                </a:solidFill>
                <a:latin typeface="Trebuchet MS"/>
                <a:ea typeface="Trebuchet MS"/>
                <a:cs typeface="Trebuchet MS"/>
                <a:sym typeface="Trebuchet MS"/>
              </a:rPr>
              <a:t>: 1,2</a:t>
            </a:r>
            <a:endParaRPr sz="1900">
              <a:solidFill>
                <a:srgbClr val="222222"/>
              </a:solidFill>
              <a:latin typeface="Trebuchet MS"/>
              <a:ea typeface="Trebuchet MS"/>
              <a:cs typeface="Trebuchet MS"/>
              <a:sym typeface="Trebuchet MS"/>
            </a:endParaRPr>
          </a:p>
          <a:p>
            <a:pPr indent="0" lvl="0" marL="12700" rtl="0" algn="l">
              <a:lnSpc>
                <a:spcPct val="100000"/>
              </a:lnSpc>
              <a:spcBef>
                <a:spcPts val="1200"/>
              </a:spcBef>
              <a:spcAft>
                <a:spcPts val="0"/>
              </a:spcAft>
              <a:buNone/>
            </a:pPr>
            <a:r>
              <a:rPr lang="en-US" sz="1900">
                <a:solidFill>
                  <a:srgbClr val="222222"/>
                </a:solidFill>
                <a:latin typeface="Trebuchet MS"/>
                <a:ea typeface="Trebuchet MS"/>
                <a:cs typeface="Trebuchet MS"/>
                <a:sym typeface="Trebuchet MS"/>
              </a:rPr>
              <a:t>: 4 map	(Erangel-Miramar-Rondo-Erangel)</a:t>
            </a:r>
            <a:endParaRPr sz="1900">
              <a:latin typeface="Trebuchet MS"/>
              <a:ea typeface="Trebuchet MS"/>
              <a:cs typeface="Trebuchet MS"/>
              <a:sym typeface="Trebuchet MS"/>
            </a:endParaRPr>
          </a:p>
          <a:p>
            <a:pPr indent="0" lvl="0" marL="12700" rtl="0" algn="l">
              <a:lnSpc>
                <a:spcPct val="100000"/>
              </a:lnSpc>
              <a:spcBef>
                <a:spcPts val="1205"/>
              </a:spcBef>
              <a:spcAft>
                <a:spcPts val="0"/>
              </a:spcAft>
              <a:buNone/>
            </a:pPr>
            <a:r>
              <a:rPr lang="en-US" sz="1900">
                <a:solidFill>
                  <a:srgbClr val="222222"/>
                </a:solidFill>
                <a:latin typeface="Trebuchet MS"/>
                <a:ea typeface="Trebuchet MS"/>
                <a:cs typeface="Trebuchet MS"/>
                <a:sym typeface="Trebuchet MS"/>
              </a:rPr>
              <a:t>: 5	Match  (Erangel-Miramar-Rondo-Erangel-Rondo)</a:t>
            </a:r>
            <a:endParaRPr sz="1900">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1" name="Shape 131"/>
        <p:cNvGrpSpPr/>
        <p:nvPr/>
      </p:nvGrpSpPr>
      <p:grpSpPr>
        <a:xfrm>
          <a:off x="0" y="0"/>
          <a:ext cx="0" cy="0"/>
          <a:chOff x="0" y="0"/>
          <a:chExt cx="0" cy="0"/>
        </a:xfrm>
      </p:grpSpPr>
      <p:sp>
        <p:nvSpPr>
          <p:cNvPr id="132" name="Google Shape;132;p13"/>
          <p:cNvSpPr/>
          <p:nvPr/>
        </p:nvSpPr>
        <p:spPr>
          <a:xfrm>
            <a:off x="2215895" y="947927"/>
            <a:ext cx="7760334" cy="879475"/>
          </a:xfrm>
          <a:custGeom>
            <a:rect b="b" l="l" r="r" t="t"/>
            <a:pathLst>
              <a:path extrusionOk="0" h="879475" w="7760334">
                <a:moveTo>
                  <a:pt x="7745044" y="879475"/>
                </a:moveTo>
                <a:lnTo>
                  <a:pt x="15240" y="879475"/>
                </a:lnTo>
                <a:lnTo>
                  <a:pt x="12268" y="879182"/>
                </a:lnTo>
                <a:lnTo>
                  <a:pt x="0" y="864235"/>
                </a:lnTo>
                <a:lnTo>
                  <a:pt x="0" y="15240"/>
                </a:lnTo>
                <a:lnTo>
                  <a:pt x="15240" y="0"/>
                </a:lnTo>
                <a:lnTo>
                  <a:pt x="7745044" y="0"/>
                </a:lnTo>
                <a:lnTo>
                  <a:pt x="7760271" y="15240"/>
                </a:lnTo>
                <a:lnTo>
                  <a:pt x="30480" y="15240"/>
                </a:lnTo>
                <a:lnTo>
                  <a:pt x="15240" y="30480"/>
                </a:lnTo>
                <a:lnTo>
                  <a:pt x="30480" y="30480"/>
                </a:lnTo>
                <a:lnTo>
                  <a:pt x="30480" y="849007"/>
                </a:lnTo>
                <a:lnTo>
                  <a:pt x="15240" y="849007"/>
                </a:lnTo>
                <a:lnTo>
                  <a:pt x="30480" y="864235"/>
                </a:lnTo>
                <a:lnTo>
                  <a:pt x="7760271" y="864235"/>
                </a:lnTo>
                <a:lnTo>
                  <a:pt x="7759979" y="867206"/>
                </a:lnTo>
                <a:lnTo>
                  <a:pt x="7748015" y="879182"/>
                </a:lnTo>
                <a:lnTo>
                  <a:pt x="7745044" y="879475"/>
                </a:lnTo>
                <a:close/>
              </a:path>
              <a:path extrusionOk="0" h="879475" w="7760334">
                <a:moveTo>
                  <a:pt x="30480" y="30480"/>
                </a:moveTo>
                <a:lnTo>
                  <a:pt x="15240" y="30480"/>
                </a:lnTo>
                <a:lnTo>
                  <a:pt x="30480" y="15240"/>
                </a:lnTo>
                <a:lnTo>
                  <a:pt x="30480" y="30480"/>
                </a:lnTo>
                <a:close/>
              </a:path>
              <a:path extrusionOk="0" h="879475" w="7760334">
                <a:moveTo>
                  <a:pt x="7729804" y="30480"/>
                </a:moveTo>
                <a:lnTo>
                  <a:pt x="30480" y="30480"/>
                </a:lnTo>
                <a:lnTo>
                  <a:pt x="30480" y="15240"/>
                </a:lnTo>
                <a:lnTo>
                  <a:pt x="7729804" y="15240"/>
                </a:lnTo>
                <a:lnTo>
                  <a:pt x="7729804" y="30480"/>
                </a:lnTo>
                <a:close/>
              </a:path>
              <a:path extrusionOk="0" h="879475" w="7760334">
                <a:moveTo>
                  <a:pt x="7729804" y="864235"/>
                </a:moveTo>
                <a:lnTo>
                  <a:pt x="7729804" y="15240"/>
                </a:lnTo>
                <a:lnTo>
                  <a:pt x="7745044" y="30480"/>
                </a:lnTo>
                <a:lnTo>
                  <a:pt x="7760271" y="30480"/>
                </a:lnTo>
                <a:lnTo>
                  <a:pt x="7760271" y="849007"/>
                </a:lnTo>
                <a:lnTo>
                  <a:pt x="7745044" y="849007"/>
                </a:lnTo>
                <a:lnTo>
                  <a:pt x="7729804" y="864235"/>
                </a:lnTo>
                <a:close/>
              </a:path>
              <a:path extrusionOk="0" h="879475" w="7760334">
                <a:moveTo>
                  <a:pt x="7760271" y="30480"/>
                </a:moveTo>
                <a:lnTo>
                  <a:pt x="7745044" y="30480"/>
                </a:lnTo>
                <a:lnTo>
                  <a:pt x="7729804" y="15240"/>
                </a:lnTo>
                <a:lnTo>
                  <a:pt x="7760271" y="15240"/>
                </a:lnTo>
                <a:lnTo>
                  <a:pt x="7760271" y="30480"/>
                </a:lnTo>
                <a:close/>
              </a:path>
              <a:path extrusionOk="0" h="879475" w="7760334">
                <a:moveTo>
                  <a:pt x="30480" y="864235"/>
                </a:moveTo>
                <a:lnTo>
                  <a:pt x="15240" y="849007"/>
                </a:lnTo>
                <a:lnTo>
                  <a:pt x="30480" y="849007"/>
                </a:lnTo>
                <a:lnTo>
                  <a:pt x="30480" y="864235"/>
                </a:lnTo>
                <a:close/>
              </a:path>
              <a:path extrusionOk="0" h="879475" w="7760334">
                <a:moveTo>
                  <a:pt x="7729804" y="864235"/>
                </a:moveTo>
                <a:lnTo>
                  <a:pt x="30480" y="864235"/>
                </a:lnTo>
                <a:lnTo>
                  <a:pt x="30480" y="849007"/>
                </a:lnTo>
                <a:lnTo>
                  <a:pt x="7729804" y="849007"/>
                </a:lnTo>
                <a:lnTo>
                  <a:pt x="7729804" y="864235"/>
                </a:lnTo>
                <a:close/>
              </a:path>
              <a:path extrusionOk="0" h="879475" w="7760334">
                <a:moveTo>
                  <a:pt x="7760271" y="864235"/>
                </a:moveTo>
                <a:lnTo>
                  <a:pt x="7729804" y="864235"/>
                </a:lnTo>
                <a:lnTo>
                  <a:pt x="7745044" y="849007"/>
                </a:lnTo>
                <a:lnTo>
                  <a:pt x="7760271" y="849007"/>
                </a:lnTo>
                <a:lnTo>
                  <a:pt x="7760271" y="864235"/>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3" name="Google Shape;133;p13"/>
          <p:cNvSpPr txBox="1"/>
          <p:nvPr>
            <p:ph type="title"/>
          </p:nvPr>
        </p:nvSpPr>
        <p:spPr>
          <a:xfrm>
            <a:off x="4283455" y="1075562"/>
            <a:ext cx="3624579"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400"/>
              <a:t>SISTEM POINT</a:t>
            </a:r>
            <a:endParaRPr sz="4400"/>
          </a:p>
        </p:txBody>
      </p:sp>
      <p:graphicFrame>
        <p:nvGraphicFramePr>
          <p:cNvPr id="134" name="Google Shape;134;p13"/>
          <p:cNvGraphicFramePr/>
          <p:nvPr/>
        </p:nvGraphicFramePr>
        <p:xfrm>
          <a:off x="991196" y="2890773"/>
          <a:ext cx="3000000" cy="3000000"/>
        </p:xfrm>
        <a:graphic>
          <a:graphicData uri="http://schemas.openxmlformats.org/drawingml/2006/table">
            <a:tbl>
              <a:tblPr bandRow="1" firstRow="1">
                <a:noFill/>
                <a:tableStyleId>{44980CDB-1125-42A8-8C78-4BCE0E5A400A}</a:tableStyleId>
              </a:tblPr>
              <a:tblGrid>
                <a:gridCol w="2403475"/>
                <a:gridCol w="2403475"/>
                <a:gridCol w="2403475"/>
                <a:gridCol w="2403475"/>
              </a:tblGrid>
              <a:tr h="388625">
                <a:tc gridSpan="4">
                  <a:txBody>
                    <a:bodyPr/>
                    <a:lstStyle/>
                    <a:p>
                      <a:pPr indent="0" lvl="0" marL="0" marR="0" rtl="0" algn="ctr">
                        <a:lnSpc>
                          <a:spcPct val="100000"/>
                        </a:lnSpc>
                        <a:spcBef>
                          <a:spcPts val="0"/>
                        </a:spcBef>
                        <a:spcAft>
                          <a:spcPts val="0"/>
                        </a:spcAft>
                        <a:buNone/>
                      </a:pPr>
                      <a:r>
                        <a:rPr lang="en-US" sz="1800" u="none" cap="none" strike="noStrike">
                          <a:solidFill>
                            <a:srgbClr val="FFFFFF"/>
                          </a:solidFill>
                          <a:latin typeface="Trebuchet MS"/>
                          <a:ea typeface="Trebuchet MS"/>
                          <a:cs typeface="Trebuchet MS"/>
                          <a:sym typeface="Trebuchet MS"/>
                        </a:rPr>
                        <a:t>SISTEM POINT</a:t>
                      </a:r>
                      <a:endParaRPr sz="1800" u="none" cap="none" strike="noStrike">
                        <a:latin typeface="Trebuchet MS"/>
                        <a:ea typeface="Trebuchet MS"/>
                        <a:cs typeface="Trebuchet MS"/>
                        <a:sym typeface="Trebuchet MS"/>
                      </a:endParaRPr>
                    </a:p>
                  </a:txBody>
                  <a:tcPr marT="82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solidFill>
                      <a:srgbClr val="1E1C11"/>
                    </a:solidFill>
                  </a:tcPr>
                </a:tc>
                <a:tc hMerge="1"/>
                <a:tc hMerge="1"/>
                <a:tc hMerge="1"/>
              </a:tr>
              <a:tr h="350525">
                <a:tc gridSpan="2">
                  <a:txBody>
                    <a:bodyPr/>
                    <a:lstStyle/>
                    <a:p>
                      <a:pPr indent="0" lvl="0" marL="0" marR="0" rtl="0" algn="ctr">
                        <a:lnSpc>
                          <a:spcPct val="116111"/>
                        </a:lnSpc>
                        <a:spcBef>
                          <a:spcPts val="0"/>
                        </a:spcBef>
                        <a:spcAft>
                          <a:spcPts val="0"/>
                        </a:spcAft>
                        <a:buNone/>
                      </a:pPr>
                      <a:r>
                        <a:rPr lang="en-US" sz="1800" u="none" cap="none" strike="noStrike">
                          <a:latin typeface="Trebuchet MS"/>
                          <a:ea typeface="Trebuchet MS"/>
                          <a:cs typeface="Trebuchet MS"/>
                          <a:sym typeface="Trebuchet MS"/>
                        </a:rPr>
                        <a:t>KILL POINT</a:t>
                      </a:r>
                      <a:endParaRPr sz="1800" u="none" cap="none" strike="noStrike">
                        <a:latin typeface="Trebuchet MS"/>
                        <a:ea typeface="Trebuchet MS"/>
                        <a:cs typeface="Trebuchet MS"/>
                        <a:sym typeface="Trebuchet MS"/>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B cap="flat" cmpd="sng" w="12700">
                      <a:solidFill>
                        <a:srgbClr val="FFFFFF"/>
                      </a:solidFill>
                      <a:prstDash val="solid"/>
                      <a:round/>
                      <a:headEnd len="sm" w="sm" type="none"/>
                      <a:tailEnd len="sm" w="sm" type="none"/>
                    </a:lnB>
                    <a:solidFill>
                      <a:srgbClr val="F8DFCC"/>
                    </a:solidFill>
                  </a:tcPr>
                </a:tc>
                <a:tc hMerge="1"/>
                <a:tc gridSpan="2">
                  <a:txBody>
                    <a:bodyPr/>
                    <a:lstStyle/>
                    <a:p>
                      <a:pPr indent="0" lvl="0" marL="15875" marR="0" rtl="0" algn="ctr">
                        <a:lnSpc>
                          <a:spcPct val="116111"/>
                        </a:lnSpc>
                        <a:spcBef>
                          <a:spcPts val="0"/>
                        </a:spcBef>
                        <a:spcAft>
                          <a:spcPts val="0"/>
                        </a:spcAft>
                        <a:buNone/>
                      </a:pPr>
                      <a:r>
                        <a:rPr lang="en-US" sz="1800" u="none" cap="none" strike="noStrike">
                          <a:latin typeface="Trebuchet MS"/>
                          <a:ea typeface="Trebuchet MS"/>
                          <a:cs typeface="Trebuchet MS"/>
                          <a:sym typeface="Trebuchet MS"/>
                        </a:rPr>
                        <a:t>1</a:t>
                      </a:r>
                      <a:endParaRPr sz="1800" u="none" cap="none" strike="noStrike">
                        <a:latin typeface="Trebuchet MS"/>
                        <a:ea typeface="Trebuchet MS"/>
                        <a:cs typeface="Trebuchet MS"/>
                        <a:sym typeface="Trebuchet MS"/>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B cap="flat" cmpd="sng" w="12700">
                      <a:solidFill>
                        <a:srgbClr val="FFFFFF"/>
                      </a:solidFill>
                      <a:prstDash val="solid"/>
                      <a:round/>
                      <a:headEnd len="sm" w="sm" type="none"/>
                      <a:tailEnd len="sm" w="sm" type="none"/>
                    </a:lnB>
                    <a:solidFill>
                      <a:srgbClr val="F8DFCC"/>
                    </a:solidFill>
                  </a:tcPr>
                </a:tc>
                <a:tc hMerge="1"/>
              </a:tr>
              <a:tr h="369575">
                <a:tc gridSpan="4">
                  <a:txBody>
                    <a:bodyPr/>
                    <a:lstStyle/>
                    <a:p>
                      <a:pPr indent="0" lvl="0" marL="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PLACEMENT POINT</a:t>
                      </a:r>
                      <a:endParaRPr sz="1800" u="none" cap="none" strike="noStrike">
                        <a:latin typeface="Trebuchet MS"/>
                        <a:ea typeface="Trebuchet MS"/>
                        <a:cs typeface="Trebuchet MS"/>
                        <a:sym typeface="Trebuchet MS"/>
                      </a:endParaRPr>
                    </a:p>
                  </a:txBody>
                  <a:tcPr marT="101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hMerge="1"/>
                <a:tc hMerge="1"/>
                <a:tc hMerge="1"/>
              </a:tr>
              <a:tr h="370200">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1</a:t>
                      </a:r>
                      <a:endParaRPr sz="1800" u="none" cap="none" strike="noStrike">
                        <a:latin typeface="Trebuchet MS"/>
                        <a:ea typeface="Trebuchet MS"/>
                        <a:cs typeface="Trebuchet MS"/>
                        <a:sym typeface="Trebuchet MS"/>
                      </a:endParaRPr>
                    </a:p>
                  </a:txBody>
                  <a:tcPr marT="101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10</a:t>
                      </a:r>
                      <a:endParaRPr sz="1800" u="none" cap="none" strike="noStrike">
                        <a:latin typeface="Trebuchet MS"/>
                        <a:ea typeface="Trebuchet MS"/>
                        <a:cs typeface="Trebuchet MS"/>
                        <a:sym typeface="Trebuchet MS"/>
                      </a:endParaRPr>
                    </a:p>
                  </a:txBody>
                  <a:tcPr marT="101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1778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7</a:t>
                      </a:r>
                      <a:endParaRPr sz="1800" u="none" cap="none" strike="noStrike">
                        <a:latin typeface="Trebuchet MS"/>
                        <a:ea typeface="Trebuchet MS"/>
                        <a:cs typeface="Trebuchet MS"/>
                        <a:sym typeface="Trebuchet MS"/>
                      </a:endParaRPr>
                    </a:p>
                  </a:txBody>
                  <a:tcPr marT="101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1905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1</a:t>
                      </a:r>
                      <a:endParaRPr sz="1800" u="none" cap="none" strike="noStrike">
                        <a:latin typeface="Trebuchet MS"/>
                        <a:ea typeface="Trebuchet MS"/>
                        <a:cs typeface="Trebuchet MS"/>
                        <a:sym typeface="Trebuchet MS"/>
                      </a:endParaRPr>
                    </a:p>
                  </a:txBody>
                  <a:tcPr marT="101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r>
              <a:tr h="369575">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2</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165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6</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1778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8</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1778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1</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r>
              <a:tr h="370200">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3</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165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5</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38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9 - 20</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1778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0</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r>
              <a:tr h="370200">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4</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165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4</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r>
              <a:tr h="369575">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5</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165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3</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r>
              <a:tr h="370200">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6</a:t>
                      </a:r>
                      <a:endParaRPr sz="1800" u="none" cap="none" strike="noStrike">
                        <a:latin typeface="Trebuchet MS"/>
                        <a:ea typeface="Trebuchet MS"/>
                        <a:cs typeface="Trebuchet MS"/>
                        <a:sym typeface="Trebuchet MS"/>
                      </a:endParaRPr>
                    </a:p>
                  </a:txBody>
                  <a:tcPr marT="1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165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2</a:t>
                      </a:r>
                      <a:endParaRPr sz="1800" u="none" cap="none" strike="noStrike">
                        <a:latin typeface="Trebuchet MS"/>
                        <a:ea typeface="Trebuchet MS"/>
                        <a:cs typeface="Trebuchet MS"/>
                        <a:sym typeface="Trebuchet MS"/>
                      </a:endParaRPr>
                    </a:p>
                  </a:txBody>
                  <a:tcPr marT="1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8" name="Shape 138"/>
        <p:cNvGrpSpPr/>
        <p:nvPr/>
      </p:nvGrpSpPr>
      <p:grpSpPr>
        <a:xfrm>
          <a:off x="0" y="0"/>
          <a:ext cx="0" cy="0"/>
          <a:chOff x="0" y="0"/>
          <a:chExt cx="0" cy="0"/>
        </a:xfrm>
      </p:grpSpPr>
      <p:sp>
        <p:nvSpPr>
          <p:cNvPr id="139" name="Google Shape;139;p14"/>
          <p:cNvSpPr/>
          <p:nvPr/>
        </p:nvSpPr>
        <p:spPr>
          <a:xfrm>
            <a:off x="2215895" y="947927"/>
            <a:ext cx="7760334" cy="836294"/>
          </a:xfrm>
          <a:custGeom>
            <a:rect b="b" l="l" r="r" t="t"/>
            <a:pathLst>
              <a:path extrusionOk="0" h="836294" w="7760334">
                <a:moveTo>
                  <a:pt x="7745044" y="835977"/>
                </a:moveTo>
                <a:lnTo>
                  <a:pt x="15240" y="835977"/>
                </a:lnTo>
                <a:lnTo>
                  <a:pt x="12268" y="835685"/>
                </a:lnTo>
                <a:lnTo>
                  <a:pt x="0" y="820737"/>
                </a:lnTo>
                <a:lnTo>
                  <a:pt x="0" y="15240"/>
                </a:lnTo>
                <a:lnTo>
                  <a:pt x="15240" y="0"/>
                </a:lnTo>
                <a:lnTo>
                  <a:pt x="7745044" y="0"/>
                </a:lnTo>
                <a:lnTo>
                  <a:pt x="7760271" y="15240"/>
                </a:lnTo>
                <a:lnTo>
                  <a:pt x="30480" y="15240"/>
                </a:lnTo>
                <a:lnTo>
                  <a:pt x="15240" y="30480"/>
                </a:lnTo>
                <a:lnTo>
                  <a:pt x="30480" y="30480"/>
                </a:lnTo>
                <a:lnTo>
                  <a:pt x="30480" y="805497"/>
                </a:lnTo>
                <a:lnTo>
                  <a:pt x="15240" y="805497"/>
                </a:lnTo>
                <a:lnTo>
                  <a:pt x="30480" y="820737"/>
                </a:lnTo>
                <a:lnTo>
                  <a:pt x="7760271" y="820737"/>
                </a:lnTo>
                <a:lnTo>
                  <a:pt x="7759979" y="823709"/>
                </a:lnTo>
                <a:lnTo>
                  <a:pt x="7748015" y="835685"/>
                </a:lnTo>
                <a:lnTo>
                  <a:pt x="7745044" y="835977"/>
                </a:lnTo>
                <a:close/>
              </a:path>
              <a:path extrusionOk="0" h="836294" w="7760334">
                <a:moveTo>
                  <a:pt x="30480" y="30480"/>
                </a:moveTo>
                <a:lnTo>
                  <a:pt x="15240"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71" y="30480"/>
                </a:lnTo>
                <a:lnTo>
                  <a:pt x="7760271" y="805497"/>
                </a:lnTo>
                <a:lnTo>
                  <a:pt x="7745044" y="805497"/>
                </a:lnTo>
                <a:lnTo>
                  <a:pt x="7729804" y="820737"/>
                </a:lnTo>
                <a:close/>
              </a:path>
              <a:path extrusionOk="0" h="836294" w="7760334">
                <a:moveTo>
                  <a:pt x="7760271" y="30480"/>
                </a:moveTo>
                <a:lnTo>
                  <a:pt x="7745044" y="30480"/>
                </a:lnTo>
                <a:lnTo>
                  <a:pt x="7729804" y="15240"/>
                </a:lnTo>
                <a:lnTo>
                  <a:pt x="7760271" y="15240"/>
                </a:lnTo>
                <a:lnTo>
                  <a:pt x="7760271" y="30480"/>
                </a:lnTo>
                <a:close/>
              </a:path>
              <a:path extrusionOk="0" h="836294" w="7760334">
                <a:moveTo>
                  <a:pt x="30480" y="820737"/>
                </a:moveTo>
                <a:lnTo>
                  <a:pt x="15240"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71" y="820737"/>
                </a:moveTo>
                <a:lnTo>
                  <a:pt x="7729804" y="820737"/>
                </a:lnTo>
                <a:lnTo>
                  <a:pt x="7745044" y="805497"/>
                </a:lnTo>
                <a:lnTo>
                  <a:pt x="7760271" y="805497"/>
                </a:lnTo>
                <a:lnTo>
                  <a:pt x="7760271"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0" name="Google Shape;140;p14"/>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459230" rtl="0" algn="l">
              <a:lnSpc>
                <a:spcPct val="100000"/>
              </a:lnSpc>
              <a:spcBef>
                <a:spcPts val="0"/>
              </a:spcBef>
              <a:spcAft>
                <a:spcPts val="0"/>
              </a:spcAft>
              <a:buNone/>
            </a:pPr>
            <a:r>
              <a:rPr lang="en-US"/>
              <a:t>SISTEM POINT</a:t>
            </a:r>
            <a:endParaRPr/>
          </a:p>
        </p:txBody>
      </p:sp>
      <p:sp>
        <p:nvSpPr>
          <p:cNvPr id="141" name="Google Shape;141;p14"/>
          <p:cNvSpPr txBox="1"/>
          <p:nvPr/>
        </p:nvSpPr>
        <p:spPr>
          <a:xfrm>
            <a:off x="2599347" y="2005838"/>
            <a:ext cx="6604634" cy="2712085"/>
          </a:xfrm>
          <a:prstGeom prst="rect">
            <a:avLst/>
          </a:prstGeom>
          <a:noFill/>
          <a:ln>
            <a:noFill/>
          </a:ln>
        </p:spPr>
        <p:txBody>
          <a:bodyPr anchorCtr="0" anchor="t" bIns="0" lIns="0" spcFirstLastPara="1" rIns="0" wrap="square" tIns="140950">
            <a:spAutoFit/>
          </a:bodyPr>
          <a:lstStyle/>
          <a:p>
            <a:pPr indent="-228600" lvl="0" marL="241300" rtl="0" algn="l">
              <a:lnSpc>
                <a:spcPct val="100000"/>
              </a:lnSpc>
              <a:spcBef>
                <a:spcPts val="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Skin diperbolehkan</a:t>
            </a:r>
            <a:endParaRPr sz="1800">
              <a:latin typeface="Trebuchet MS"/>
              <a:ea typeface="Trebuchet MS"/>
              <a:cs typeface="Trebuchet MS"/>
              <a:sym typeface="Trebuchet MS"/>
            </a:endParaRPr>
          </a:p>
          <a:p>
            <a:pPr indent="-227965" lvl="0" marL="240029" marR="5080" rtl="0" algn="l">
              <a:lnSpc>
                <a:spcPct val="100000"/>
              </a:lnSpc>
              <a:spcBef>
                <a:spcPts val="101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Tim hanya diizinkan untuk bermain dengan pemain yang telah didaftarkan</a:t>
            </a:r>
            <a:endParaRPr sz="1800">
              <a:latin typeface="Trebuchet MS"/>
              <a:ea typeface="Trebuchet MS"/>
              <a:cs typeface="Trebuchet MS"/>
              <a:sym typeface="Trebuchet MS"/>
            </a:endParaRPr>
          </a:p>
          <a:p>
            <a:pPr indent="-228600" lvl="0" marL="241300" rtl="0" algn="l">
              <a:lnSpc>
                <a:spcPct val="100000"/>
              </a:lnSpc>
              <a:spcBef>
                <a:spcPts val="101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Apabila terdapat point yang sama maka penentu adalah :</a:t>
            </a:r>
            <a:endParaRPr sz="1800">
              <a:latin typeface="Trebuchet MS"/>
              <a:ea typeface="Trebuchet MS"/>
              <a:cs typeface="Trebuchet MS"/>
              <a:sym typeface="Trebuchet MS"/>
            </a:endParaRPr>
          </a:p>
          <a:p>
            <a:pPr indent="-217804" lvl="1" marL="482600" rtl="0" algn="l">
              <a:lnSpc>
                <a:spcPct val="100000"/>
              </a:lnSpc>
              <a:spcBef>
                <a:spcPts val="985"/>
              </a:spcBef>
              <a:spcAft>
                <a:spcPts val="0"/>
              </a:spcAft>
              <a:buClr>
                <a:srgbClr val="222222"/>
              </a:buClr>
              <a:buSzPts val="1800"/>
              <a:buFont typeface="Trebuchet MS"/>
              <a:buAutoNum type="arabicPeriod"/>
            </a:pPr>
            <a:r>
              <a:rPr lang="en-US" sz="1800">
                <a:solidFill>
                  <a:srgbClr val="222222"/>
                </a:solidFill>
                <a:latin typeface="Trebuchet MS"/>
                <a:ea typeface="Trebuchet MS"/>
                <a:cs typeface="Trebuchet MS"/>
                <a:sym typeface="Trebuchet MS"/>
              </a:rPr>
              <a:t>Jumlah WWCD</a:t>
            </a:r>
            <a:endParaRPr sz="1800">
              <a:latin typeface="Trebuchet MS"/>
              <a:ea typeface="Trebuchet MS"/>
              <a:cs typeface="Trebuchet MS"/>
              <a:sym typeface="Trebuchet MS"/>
            </a:endParaRPr>
          </a:p>
          <a:p>
            <a:pPr indent="-217804" lvl="1" marL="482600" rtl="0" algn="l">
              <a:lnSpc>
                <a:spcPct val="100000"/>
              </a:lnSpc>
              <a:spcBef>
                <a:spcPts val="1010"/>
              </a:spcBef>
              <a:spcAft>
                <a:spcPts val="0"/>
              </a:spcAft>
              <a:buClr>
                <a:srgbClr val="222222"/>
              </a:buClr>
              <a:buSzPts val="1800"/>
              <a:buFont typeface="Trebuchet MS"/>
              <a:buAutoNum type="arabicPeriod"/>
            </a:pPr>
            <a:r>
              <a:rPr lang="en-US" sz="1800">
                <a:solidFill>
                  <a:srgbClr val="222222"/>
                </a:solidFill>
                <a:latin typeface="Trebuchet MS"/>
                <a:ea typeface="Trebuchet MS"/>
                <a:cs typeface="Trebuchet MS"/>
                <a:sym typeface="Trebuchet MS"/>
              </a:rPr>
              <a:t>Point Placement</a:t>
            </a:r>
            <a:endParaRPr sz="1800">
              <a:latin typeface="Trebuchet MS"/>
              <a:ea typeface="Trebuchet MS"/>
              <a:cs typeface="Trebuchet MS"/>
              <a:sym typeface="Trebuchet MS"/>
            </a:endParaRPr>
          </a:p>
          <a:p>
            <a:pPr indent="-217804" lvl="1" marL="482600" rtl="0" algn="l">
              <a:lnSpc>
                <a:spcPct val="100000"/>
              </a:lnSpc>
              <a:spcBef>
                <a:spcPts val="1010"/>
              </a:spcBef>
              <a:spcAft>
                <a:spcPts val="0"/>
              </a:spcAft>
              <a:buClr>
                <a:srgbClr val="222222"/>
              </a:buClr>
              <a:buSzPts val="1800"/>
              <a:buFont typeface="Trebuchet MS"/>
              <a:buAutoNum type="arabicPeriod"/>
            </a:pPr>
            <a:r>
              <a:rPr lang="en-US" sz="1800">
                <a:solidFill>
                  <a:srgbClr val="222222"/>
                </a:solidFill>
                <a:latin typeface="Trebuchet MS"/>
                <a:ea typeface="Trebuchet MS"/>
                <a:cs typeface="Trebuchet MS"/>
                <a:sym typeface="Trebuchet MS"/>
              </a:rPr>
              <a:t>Point Kill</a:t>
            </a:r>
            <a:endParaRPr sz="1800">
              <a:latin typeface="Trebuchet MS"/>
              <a:ea typeface="Trebuchet MS"/>
              <a:cs typeface="Trebuchet MS"/>
              <a:sym typeface="Trebuchet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5" name="Shape 145"/>
        <p:cNvGrpSpPr/>
        <p:nvPr/>
      </p:nvGrpSpPr>
      <p:grpSpPr>
        <a:xfrm>
          <a:off x="0" y="0"/>
          <a:ext cx="0" cy="0"/>
          <a:chOff x="0" y="0"/>
          <a:chExt cx="0" cy="0"/>
        </a:xfrm>
      </p:grpSpPr>
      <p:sp>
        <p:nvSpPr>
          <p:cNvPr id="146" name="Google Shape;146;p15"/>
          <p:cNvSpPr txBox="1"/>
          <p:nvPr/>
        </p:nvSpPr>
        <p:spPr>
          <a:xfrm>
            <a:off x="253431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47" name="Google Shape;147;p15"/>
          <p:cNvSpPr txBox="1"/>
          <p:nvPr/>
        </p:nvSpPr>
        <p:spPr>
          <a:xfrm>
            <a:off x="241292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30 - 31</a:t>
            </a:r>
            <a:r>
              <a:rPr b="1" lang="en-US" sz="3700">
                <a:solidFill>
                  <a:srgbClr val="252525"/>
                </a:solidFill>
                <a:latin typeface="Times New Roman"/>
                <a:ea typeface="Times New Roman"/>
                <a:cs typeface="Times New Roman"/>
                <a:sym typeface="Times New Roman"/>
              </a:rPr>
              <a:t>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2026-03-12T05:38:13Z</dcterms:created>
  <dc:creator>TSC-AKA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WPS Presentation</vt:lpwstr>
  </property>
  <property fmtid="{D5CDD505-2E9C-101B-9397-08002B2CF9AE}" pid="4" name="LastSaved">
    <vt:filetime>2026-03-12T00:00:00Z</vt:filetime>
  </property>
  <property fmtid="{D5CDD505-2E9C-101B-9397-08002B2CF9AE}" pid="5" name="SourceModified">
    <vt:lpwstr>D:20260226210119+08'00'</vt:lpwstr>
  </property>
</Properties>
</file>