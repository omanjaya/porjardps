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2" roundtripDataSignature="AMtx7mgDYEX+t9shPW2PxTb1xQPRVko+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B1EDDB-5AB8-4982-AC60-24EF41809080}">
  <a:tblStyle styleId="{CFB1EDDB-5AB8-4982-AC60-24EF41809080}"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7"/>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7"/>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7"/>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8"/>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9"/>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9"/>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9"/>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20"/>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2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3276599" y="2590800"/>
            <a:ext cx="5638799"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PUBGM SMP</a:t>
            </a:r>
            <a:endParaRPr sz="3800"/>
          </a:p>
        </p:txBody>
      </p:sp>
      <p:sp>
        <p:nvSpPr>
          <p:cNvPr id="45" name="Google Shape;45;p1"/>
          <p:cNvSpPr txBox="1"/>
          <p:nvPr/>
        </p:nvSpPr>
        <p:spPr>
          <a:xfrm>
            <a:off x="4599304" y="1752600"/>
            <a:ext cx="299339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PUBG MOBILE</a:t>
            </a:r>
            <a:endParaRPr sz="3600">
              <a:latin typeface="Trebuchet MS"/>
              <a:ea typeface="Trebuchet MS"/>
              <a:cs typeface="Trebuchet MS"/>
              <a:sym typeface="Trebuchet MS"/>
            </a:endParaRPr>
          </a:p>
        </p:txBody>
      </p:sp>
      <p:sp>
        <p:nvSpPr>
          <p:cNvPr id="46" name="Google Shape;46;p1"/>
          <p:cNvSpPr txBox="1"/>
          <p:nvPr/>
        </p:nvSpPr>
        <p:spPr>
          <a:xfrm>
            <a:off x="1524000" y="38100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5" cy="4920193"/>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700" cy="5290500"/>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sz="2000">
              <a:latin typeface="Times New Roman"/>
              <a:ea typeface="Times New Roman"/>
              <a:cs typeface="Times New Roman"/>
              <a:sym typeface="Times New Roman"/>
            </a:endParaRPr>
          </a:p>
          <a:p>
            <a:pPr indent="-355600" lvl="0" marL="457200" marR="653415" rtl="0" algn="l">
              <a:lnSpc>
                <a:spcPct val="150000"/>
              </a:lnSpc>
              <a:spcBef>
                <a:spcPts val="1200"/>
              </a:spcBef>
              <a:spcAft>
                <a:spcPts val="0"/>
              </a:spcAft>
              <a:buSzPts val="2000"/>
              <a:buFont typeface="Times New Roman"/>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1021275" y="1193900"/>
            <a:ext cx="9810900" cy="53700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SzPts val="1800"/>
              <a:buFont typeface="Calibri"/>
              <a:buAutoNum type="arabicPeriod"/>
            </a:pPr>
            <a:r>
              <a:rPr lang="en-US" sz="1800">
                <a:latin typeface="Times New Roman"/>
                <a:ea typeface="Times New Roman"/>
                <a:cs typeface="Times New Roman"/>
                <a:sym typeface="Times New Roman"/>
              </a:rPr>
              <a:t>Jika peserta bermain menggunakan ID lain tanpa konfirmasi ke panitia, maka peserta bisa didiskualifikasi.</a:t>
            </a:r>
            <a:endParaRPr/>
          </a:p>
          <a:p>
            <a:pPr indent="-342900" lvl="0" marL="355600" marR="5080" rtl="0" algn="just">
              <a:lnSpc>
                <a:spcPct val="103899"/>
              </a:lnSpc>
              <a:spcBef>
                <a:spcPts val="1100"/>
              </a:spcBef>
              <a:spcAft>
                <a:spcPts val="0"/>
              </a:spcAft>
              <a:buSzPts val="1800"/>
              <a:buFont typeface="Calibri"/>
              <a:buAutoNum type="arabicPeriod"/>
            </a:pPr>
            <a:r>
              <a:rPr lang="en-US" sz="1800">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p>
          <a:p>
            <a:pPr indent="-342900" lvl="0" marL="355600" marR="717550" rtl="0" algn="l">
              <a:lnSpc>
                <a:spcPct val="100800"/>
              </a:lnSpc>
              <a:spcBef>
                <a:spcPts val="1080"/>
              </a:spcBef>
              <a:spcAft>
                <a:spcPts val="0"/>
              </a:spcAft>
              <a:buSzPts val="1800"/>
              <a:buFont typeface="Calibri"/>
              <a:buAutoNum type="arabicPeriod"/>
            </a:pPr>
            <a:r>
              <a:rPr lang="en-US" sz="1800">
                <a:latin typeface="Times New Roman"/>
                <a:ea typeface="Times New Roman"/>
                <a:cs typeface="Times New Roman"/>
                <a:sym typeface="Times New Roman"/>
              </a:rPr>
              <a:t>Jika ketahuan menggunakan bug secara sengaja oleh pihak panitia maka peserta tersebut akan di diskualifikasi.</a:t>
            </a:r>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Panitia berhak mendiskualifikasi pemain yang bertindak kasar atau tidak sopan terhadap</a:t>
            </a:r>
            <a:endParaRPr sz="1800">
              <a:latin typeface="Times New Roman"/>
              <a:ea typeface="Times New Roman"/>
              <a:cs typeface="Times New Roman"/>
              <a:sym typeface="Times New Roman"/>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sesama player atau panitia.</a:t>
            </a:r>
            <a:endParaRPr/>
          </a:p>
          <a:p>
            <a:pPr indent="-336550" lvl="0" marL="355600" marR="202565" rtl="0" algn="l">
              <a:lnSpc>
                <a:spcPct val="115900"/>
              </a:lnSpc>
              <a:spcBef>
                <a:spcPts val="620"/>
              </a:spcBef>
              <a:spcAft>
                <a:spcPts val="0"/>
              </a:spcAft>
              <a:buSzPts val="1700"/>
              <a:buFont typeface="Calibri"/>
              <a:buAutoNum type="arabicPeriod"/>
            </a:pPr>
            <a:r>
              <a:rPr lang="en-US" sz="1700">
                <a:solidFill>
                  <a:schemeClr val="dk1"/>
                </a:solidFill>
              </a:rPr>
              <a:t>Pelanggaran Format Turnamen akan diberikan 1x peringatan, jika mendapatkan 2x peringatan akan terkena pengurangan point sebesar (-20) dan untuk peringatan 3x akan dikeluarkan dari area pertandingan pada Match yang sedang berlangsung.</a:t>
            </a:r>
            <a:endParaRPr sz="1700">
              <a:solidFill>
                <a:schemeClr val="dk1"/>
              </a:solidFill>
            </a:endParaRPr>
          </a:p>
          <a:p>
            <a:pPr indent="-342900" lvl="0" marL="355600" rtl="0" algn="l">
              <a:lnSpc>
                <a:spcPct val="100000"/>
              </a:lnSpc>
              <a:spcBef>
                <a:spcPts val="1495"/>
              </a:spcBef>
              <a:spcAft>
                <a:spcPts val="0"/>
              </a:spcAft>
              <a:buSzPts val="1800"/>
              <a:buFont typeface="Calibri"/>
              <a:buAutoNum type="arabicPeriod"/>
            </a:pPr>
            <a:r>
              <a:rPr lang="en-US" sz="1800">
                <a:latin typeface="Times New Roman"/>
                <a:ea typeface="Times New Roman"/>
                <a:cs typeface="Times New Roman"/>
                <a:sym typeface="Times New Roman"/>
              </a:rPr>
              <a:t>Peserta dilarang bermain pada lebih dari satu tim.</a:t>
            </a:r>
            <a:endParaRPr sz="1800">
              <a:latin typeface="Times New Roman"/>
              <a:ea typeface="Times New Roman"/>
              <a:cs typeface="Times New Roman"/>
              <a:sym typeface="Times New Roman"/>
            </a:endParaRPr>
          </a:p>
          <a:p>
            <a:pPr indent="-342900" lvl="0" marL="457200" marR="5080" rtl="0" algn="just">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230" cy="4113529"/>
          </a:xfrm>
          <a:prstGeom prst="rect">
            <a:avLst/>
          </a:prstGeom>
          <a:noFill/>
          <a:ln>
            <a:noFill/>
          </a:ln>
        </p:spPr>
        <p:txBody>
          <a:bodyPr anchorCtr="0" anchor="t" bIns="0" lIns="0" spcFirstLastPara="1" rIns="0" wrap="square" tIns="67925">
            <a:spAutoFit/>
          </a:bodyPr>
          <a:lstStyle/>
          <a:p>
            <a:pPr indent="-228600" lvl="0" marL="241300" rtl="0" algn="l">
              <a:lnSpc>
                <a:spcPct val="100000"/>
              </a:lnSpc>
              <a:spcBef>
                <a:spcPts val="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Dilarang menggunakan emergency pickup.</a:t>
            </a:r>
            <a:endParaRPr sz="1800">
              <a:latin typeface="Trebuchet MS"/>
              <a:ea typeface="Trebuchet MS"/>
              <a:cs typeface="Trebuchet MS"/>
              <a:sym typeface="Trebuchet MS"/>
            </a:endParaRPr>
          </a:p>
          <a:p>
            <a:pPr indent="-228600" lvl="0" marL="2413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latin typeface="Trebuchet MS"/>
              <a:ea typeface="Trebuchet MS"/>
              <a:cs typeface="Trebuchet MS"/>
              <a:sym typeface="Trebuchet MS"/>
            </a:endParaRPr>
          </a:p>
          <a:p>
            <a:pPr indent="-227965" lvl="0" marL="240665" marR="360045" rtl="0" algn="l">
              <a:lnSpc>
                <a:spcPct val="112999"/>
              </a:lnSpc>
              <a:spcBef>
                <a:spcPts val="68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mengirimkan hasil akhir pertandingannya berupa screenshoot kepada panitia di grup WA</a:t>
            </a:r>
            <a:endParaRPr sz="1800">
              <a:latin typeface="Trebuchet MS"/>
              <a:ea typeface="Trebuchet MS"/>
              <a:cs typeface="Trebuchet MS"/>
              <a:sym typeface="Trebuchet MS"/>
            </a:endParaRPr>
          </a:p>
          <a:p>
            <a:pPr indent="-227965" lvl="0" marL="240665"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endParaRPr sz="1800">
              <a:latin typeface="Trebuchet MS"/>
              <a:ea typeface="Trebuchet MS"/>
              <a:cs typeface="Trebuchet MS"/>
              <a:sym typeface="Trebuchet MS"/>
            </a:endParaRPr>
          </a:p>
          <a:p>
            <a:pPr indent="0" lvl="0" marL="241300" rtl="0" algn="l">
              <a:lnSpc>
                <a:spcPct val="100000"/>
              </a:lnSpc>
              <a:spcBef>
                <a:spcPts val="280"/>
              </a:spcBef>
              <a:spcAft>
                <a:spcPts val="0"/>
              </a:spcAft>
              <a:buNone/>
            </a:pPr>
            <a:r>
              <a:rPr lang="en-US" sz="1800">
                <a:solidFill>
                  <a:srgbClr val="222222"/>
                </a:solidFill>
                <a:latin typeface="Trebuchet MS"/>
                <a:ea typeface="Trebuchet MS"/>
                <a:cs typeface="Trebuchet MS"/>
                <a:sym typeface="Trebuchet MS"/>
              </a:rPr>
              <a:t>Panitia apabila ada perbedaan placement atau kill poin</a:t>
            </a:r>
            <a:endParaRPr sz="1800">
              <a:latin typeface="Trebuchet MS"/>
              <a:ea typeface="Trebuchet MS"/>
              <a:cs typeface="Trebuchet MS"/>
              <a:sym typeface="Trebuchet MS"/>
            </a:endParaRPr>
          </a:p>
          <a:p>
            <a:pPr indent="-228600" lvl="0" marL="2413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latin typeface="Trebuchet MS"/>
              <a:ea typeface="Trebuchet MS"/>
              <a:cs typeface="Trebuchet MS"/>
              <a:sym typeface="Trebuchet MS"/>
            </a:endParaRPr>
          </a:p>
          <a:p>
            <a:pPr indent="-228600" lvl="0" marL="241300" marR="174625" rtl="0" algn="l">
              <a:lnSpc>
                <a:spcPct val="110900"/>
              </a:lnSpc>
              <a:spcBef>
                <a:spcPts val="72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Pelanggar yang melanggar aturan ini akan dikenakan sanksi atas kebijakan Panitia.</a:t>
            </a:r>
            <a:endParaRPr sz="1800">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8"/>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95" name="Google Shape;95;p8"/>
          <p:cNvSpPr txBox="1"/>
          <p:nvPr/>
        </p:nvSpPr>
        <p:spPr>
          <a:xfrm>
            <a:off x="2414587" y="1911857"/>
            <a:ext cx="7345800" cy="4479900"/>
          </a:xfrm>
          <a:prstGeom prst="rect">
            <a:avLst/>
          </a:prstGeom>
          <a:noFill/>
          <a:ln>
            <a:noFill/>
          </a:ln>
        </p:spPr>
        <p:txBody>
          <a:bodyPr anchorCtr="0" anchor="t" bIns="0" lIns="0" spcFirstLastPara="1" rIns="0" wrap="square" tIns="12050">
            <a:spAutoFit/>
          </a:bodyPr>
          <a:lstStyle/>
          <a:p>
            <a:pPr indent="-227965" lvl="0" marL="240028" marR="641350" rtl="0" algn="l">
              <a:lnSpc>
                <a:spcPct val="100000"/>
              </a:lnSpc>
              <a:spcBef>
                <a:spcPts val="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Emulator (Bluestacks, Nox, Memu, dsb.) selama pertandingan</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berlangsung</a:t>
            </a:r>
            <a:endParaRPr sz="1600">
              <a:latin typeface="Trebuchet MS"/>
              <a:ea typeface="Trebuchet MS"/>
              <a:cs typeface="Trebuchet MS"/>
              <a:sym typeface="Trebuchet MS"/>
            </a:endParaRPr>
          </a:p>
          <a:p>
            <a:pPr indent="-227965" lvl="0" marL="240028" marR="245109" rtl="0" algn="l">
              <a:lnSpc>
                <a:spcPct val="100000"/>
              </a:lnSpc>
              <a:spcBef>
                <a:spcPts val="100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program ilegal dalam bentuk apapun termasuk dan tidak</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terkecuali program yang dapat merubah atau memodifikasi game PUBGM.</a:t>
            </a:r>
            <a:endParaRPr sz="1600">
              <a:latin typeface="Trebuchet MS"/>
              <a:ea typeface="Trebuchet MS"/>
              <a:cs typeface="Trebuchet MS"/>
              <a:sym typeface="Trebuchet MS"/>
            </a:endParaRPr>
          </a:p>
          <a:p>
            <a:pPr indent="-228600" lvl="0" marL="241300" marR="612775" rtl="0" algn="l">
              <a:lnSpc>
                <a:spcPct val="100000"/>
              </a:lnSpc>
              <a:spcBef>
                <a:spcPts val="100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perangkat tambahan atau pendukung, seperti gamepad atau tombol tambahan seperti Controller R1 – L1 dan lainnya selama pertandingan berlangsung</a:t>
            </a:r>
            <a:endParaRPr sz="1600">
              <a:latin typeface="Trebuchet MS"/>
              <a:ea typeface="Trebuchet MS"/>
              <a:cs typeface="Trebuchet MS"/>
              <a:sym typeface="Trebuchet MS"/>
            </a:endParaRPr>
          </a:p>
          <a:p>
            <a:pPr indent="-228600" lvl="0" marL="241300" marR="347345" rtl="0" algn="l">
              <a:lnSpc>
                <a:spcPct val="100000"/>
              </a:lnSpc>
              <a:spcBef>
                <a:spcPts val="99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Perilaku flaming/curang/toxic tidak dapat ditoleransi. Peringatan akan disampaikan oleh panitia. Jika hal tersebut diulang kembali, panitia berhak memutuskan sanksi yang dikenakan kepada pihak yang terlibat.</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Tablet/iPad</a:t>
            </a:r>
            <a:endParaRPr sz="1600">
              <a:latin typeface="Trebuchet MS"/>
              <a:ea typeface="Trebuchet MS"/>
              <a:cs typeface="Trebuchet MS"/>
              <a:sym typeface="Trebuchet MS"/>
            </a:endParaRPr>
          </a:p>
          <a:p>
            <a:pPr indent="-228600" lvl="0" marL="241300" marR="5080"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melakukan aliansi (teaming), panitia berhak memutuskan sanksi yang dikenakan.</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Dilarang menggunakan self revive.</a:t>
            </a:r>
            <a:endParaRPr sz="1600">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2278760" y="324993"/>
            <a:ext cx="7760334" cy="858519"/>
          </a:xfrm>
          <a:custGeom>
            <a:rect b="b" l="l" r="r" t="t"/>
            <a:pathLst>
              <a:path extrusionOk="0" h="858519" w="7760334">
                <a:moveTo>
                  <a:pt x="7745044" y="858481"/>
                </a:moveTo>
                <a:lnTo>
                  <a:pt x="15239" y="858481"/>
                </a:lnTo>
                <a:lnTo>
                  <a:pt x="12268" y="858189"/>
                </a:lnTo>
                <a:lnTo>
                  <a:pt x="0" y="843241"/>
                </a:lnTo>
                <a:lnTo>
                  <a:pt x="0" y="15239"/>
                </a:lnTo>
                <a:lnTo>
                  <a:pt x="15239" y="0"/>
                </a:lnTo>
                <a:lnTo>
                  <a:pt x="7745044" y="0"/>
                </a:lnTo>
                <a:lnTo>
                  <a:pt x="7760271" y="15239"/>
                </a:lnTo>
                <a:lnTo>
                  <a:pt x="30480" y="15239"/>
                </a:lnTo>
                <a:lnTo>
                  <a:pt x="15239" y="30479"/>
                </a:lnTo>
                <a:lnTo>
                  <a:pt x="30480" y="30479"/>
                </a:lnTo>
                <a:lnTo>
                  <a:pt x="30480" y="828001"/>
                </a:lnTo>
                <a:lnTo>
                  <a:pt x="15239" y="828001"/>
                </a:lnTo>
                <a:lnTo>
                  <a:pt x="30480" y="843241"/>
                </a:lnTo>
                <a:lnTo>
                  <a:pt x="7760271" y="843241"/>
                </a:lnTo>
                <a:lnTo>
                  <a:pt x="7759979" y="846213"/>
                </a:lnTo>
                <a:lnTo>
                  <a:pt x="7748015" y="858189"/>
                </a:lnTo>
                <a:lnTo>
                  <a:pt x="7745044" y="858481"/>
                </a:lnTo>
                <a:close/>
              </a:path>
              <a:path extrusionOk="0" h="858519" w="7760334">
                <a:moveTo>
                  <a:pt x="30480" y="30479"/>
                </a:moveTo>
                <a:lnTo>
                  <a:pt x="15239" y="30479"/>
                </a:lnTo>
                <a:lnTo>
                  <a:pt x="30480" y="15239"/>
                </a:lnTo>
                <a:lnTo>
                  <a:pt x="30480" y="30479"/>
                </a:lnTo>
                <a:close/>
              </a:path>
              <a:path extrusionOk="0" h="858519" w="7760334">
                <a:moveTo>
                  <a:pt x="7729804" y="30479"/>
                </a:moveTo>
                <a:lnTo>
                  <a:pt x="30480" y="30479"/>
                </a:lnTo>
                <a:lnTo>
                  <a:pt x="30480" y="15239"/>
                </a:lnTo>
                <a:lnTo>
                  <a:pt x="7729804" y="15239"/>
                </a:lnTo>
                <a:lnTo>
                  <a:pt x="7729804" y="30479"/>
                </a:lnTo>
                <a:close/>
              </a:path>
              <a:path extrusionOk="0" h="858519" w="7760334">
                <a:moveTo>
                  <a:pt x="7729804" y="843241"/>
                </a:moveTo>
                <a:lnTo>
                  <a:pt x="7729804" y="15239"/>
                </a:lnTo>
                <a:lnTo>
                  <a:pt x="7745044" y="30479"/>
                </a:lnTo>
                <a:lnTo>
                  <a:pt x="7760271" y="30479"/>
                </a:lnTo>
                <a:lnTo>
                  <a:pt x="7760271" y="828001"/>
                </a:lnTo>
                <a:lnTo>
                  <a:pt x="7745044" y="828001"/>
                </a:lnTo>
                <a:lnTo>
                  <a:pt x="7729804" y="843241"/>
                </a:lnTo>
                <a:close/>
              </a:path>
              <a:path extrusionOk="0" h="858519" w="7760334">
                <a:moveTo>
                  <a:pt x="7760271" y="30479"/>
                </a:moveTo>
                <a:lnTo>
                  <a:pt x="7745044" y="30479"/>
                </a:lnTo>
                <a:lnTo>
                  <a:pt x="7729804" y="15239"/>
                </a:lnTo>
                <a:lnTo>
                  <a:pt x="7760271" y="15239"/>
                </a:lnTo>
                <a:lnTo>
                  <a:pt x="7760271" y="30479"/>
                </a:lnTo>
                <a:close/>
              </a:path>
              <a:path extrusionOk="0" h="858519" w="7760334">
                <a:moveTo>
                  <a:pt x="30480" y="843241"/>
                </a:moveTo>
                <a:lnTo>
                  <a:pt x="15239"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9"/>
          <p:cNvSpPr txBox="1"/>
          <p:nvPr>
            <p:ph type="title"/>
          </p:nvPr>
        </p:nvSpPr>
        <p:spPr>
          <a:xfrm>
            <a:off x="3362705" y="491998"/>
            <a:ext cx="605155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CONTOH	PELANGGARAN</a:t>
            </a:r>
            <a:endParaRPr sz="4000"/>
          </a:p>
        </p:txBody>
      </p:sp>
      <p:sp>
        <p:nvSpPr>
          <p:cNvPr id="102" name="Google Shape;102;p9"/>
          <p:cNvSpPr txBox="1"/>
          <p:nvPr/>
        </p:nvSpPr>
        <p:spPr>
          <a:xfrm>
            <a:off x="2295182" y="1330832"/>
            <a:ext cx="7615500" cy="4970400"/>
          </a:xfrm>
          <a:prstGeom prst="rect">
            <a:avLst/>
          </a:prstGeom>
          <a:noFill/>
          <a:ln>
            <a:noFill/>
          </a:ln>
        </p:spPr>
        <p:txBody>
          <a:bodyPr anchorCtr="0" anchor="t" bIns="0" lIns="0" spcFirstLastPara="1" rIns="0" wrap="square" tIns="12050">
            <a:spAutoFit/>
          </a:bodyPr>
          <a:lstStyle/>
          <a:p>
            <a:pPr indent="-228600" lvl="0" marL="241300" marR="5080" rtl="0" algn="just">
              <a:lnSpc>
                <a:spcPct val="100000"/>
              </a:lnSpc>
              <a:spcBef>
                <a:spcPts val="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Kolusi – Peserta yang bekerja sama dengan orang lain, termasuk peserta lain yang bersaing untuk menipu dan mendapatkan keuntungan yang tidak adil akan dinyatakan sebagai tindakan bersalah atas kolusi. Tindakan kolusi meliputi, tetapi tidak terbatas</a:t>
            </a:r>
            <a:endParaRPr sz="1600">
              <a:latin typeface="Trebuchet MS"/>
              <a:ea typeface="Trebuchet MS"/>
              <a:cs typeface="Trebuchet MS"/>
              <a:sym typeface="Trebuchet MS"/>
            </a:endParaRPr>
          </a:p>
          <a:p>
            <a:pPr indent="-228600" lvl="0" marL="241300" marR="5080" rtl="0" algn="just">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Soft play – Setiap perjanjian di antara peserta untuk tidak bermain pada standar kompetisi yang wajar atau diharapkan dalam permainan Pengaturan sebelumnya untuk membagi uang hadiah dan bentuk kompensasi lainnya Menerima informasi dari sumber luar selama pertandingan</a:t>
            </a:r>
            <a:endParaRPr sz="1600">
              <a:latin typeface="Trebuchet MS"/>
              <a:ea typeface="Trebuchet MS"/>
              <a:cs typeface="Trebuchet MS"/>
              <a:sym typeface="Trebuchet MS"/>
            </a:endParaRPr>
          </a:p>
          <a:p>
            <a:pPr indent="-231140" lvl="0" marL="243204" marR="1063625" rtl="0" algn="l">
              <a:lnSpc>
                <a:spcPct val="100000"/>
              </a:lnSpc>
              <a:spcBef>
                <a:spcPts val="101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Eksploitasi – Penyalahgunaan bug dalam game yang disengaja untuk mendapatkan</a:t>
            </a:r>
            <a:endParaRPr sz="1600">
              <a:latin typeface="Trebuchet MS"/>
              <a:ea typeface="Trebuchet MS"/>
              <a:cs typeface="Trebuchet MS"/>
              <a:sym typeface="Trebuchet MS"/>
            </a:endParaRPr>
          </a:p>
          <a:p>
            <a:pPr indent="0" lvl="0" marL="241300" rtl="0" algn="l">
              <a:lnSpc>
                <a:spcPct val="100000"/>
              </a:lnSpc>
              <a:spcBef>
                <a:spcPts val="0"/>
              </a:spcBef>
              <a:spcAft>
                <a:spcPts val="0"/>
              </a:spcAft>
              <a:buNone/>
            </a:pPr>
            <a:r>
              <a:rPr lang="en-US" sz="1600">
                <a:solidFill>
                  <a:srgbClr val="222222"/>
                </a:solidFill>
                <a:latin typeface="Trebuchet MS"/>
                <a:ea typeface="Trebuchet MS"/>
                <a:cs typeface="Trebuchet MS"/>
                <a:sym typeface="Trebuchet MS"/>
              </a:rPr>
              <a:t>keuntungan</a:t>
            </a:r>
            <a:endParaRPr sz="1600">
              <a:latin typeface="Trebuchet MS"/>
              <a:ea typeface="Trebuchet MS"/>
              <a:cs typeface="Trebuchet MS"/>
              <a:sym typeface="Trebuchet MS"/>
            </a:endParaRPr>
          </a:p>
          <a:p>
            <a:pPr indent="-227965" lvl="0" marL="240665" rtl="0" algn="l">
              <a:lnSpc>
                <a:spcPct val="100000"/>
              </a:lnSpc>
              <a:spcBef>
                <a:spcPts val="98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Smurfing – Menggunakan akun peserta lain</a:t>
            </a:r>
            <a:endParaRPr sz="1600">
              <a:latin typeface="Trebuchet MS"/>
              <a:ea typeface="Trebuchet MS"/>
              <a:cs typeface="Trebuchet MS"/>
              <a:sym typeface="Trebuchet MS"/>
            </a:endParaRPr>
          </a:p>
          <a:p>
            <a:pPr indent="-227965" lvl="0" marL="24066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Multi Akun – Peserta mendaftar dengan lebih dari satu akun</a:t>
            </a:r>
            <a:endParaRPr sz="1600">
              <a:latin typeface="Trebuchet MS"/>
              <a:ea typeface="Trebuchet MS"/>
              <a:cs typeface="Trebuchet MS"/>
              <a:sym typeface="Trebuchet MS"/>
            </a:endParaRPr>
          </a:p>
          <a:p>
            <a:pPr indent="-231140" lvl="0" marL="243203" marR="808355" rtl="0" algn="l">
              <a:lnSpc>
                <a:spcPct val="100000"/>
              </a:lnSpc>
              <a:spcBef>
                <a:spcPts val="1010"/>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Penipuan – Setiap upaya untuk menipu panitia atau pemain lain dengan pernyataan /</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informasi / dokumen palsu.</a:t>
            </a:r>
            <a:endParaRPr sz="1600">
              <a:latin typeface="Trebuchet MS"/>
              <a:ea typeface="Trebuchet MS"/>
              <a:cs typeface="Trebuchet MS"/>
              <a:sym typeface="Trebuchet MS"/>
            </a:endParaRPr>
          </a:p>
          <a:p>
            <a:pPr indent="-231140" lvl="0" marL="243203" marR="537845" rtl="0" algn="l">
              <a:lnSpc>
                <a:spcPct val="100000"/>
              </a:lnSpc>
              <a:spcBef>
                <a:spcPts val="985"/>
              </a:spcBef>
              <a:spcAft>
                <a:spcPts val="0"/>
              </a:spcAft>
              <a:buClr>
                <a:srgbClr val="9BACB5"/>
              </a:buClr>
              <a:buSzPts val="1600"/>
              <a:buFont typeface="Trebuchet MS"/>
              <a:buChar char="•"/>
            </a:pPr>
            <a:r>
              <a:rPr lang="en-US" sz="1600">
                <a:solidFill>
                  <a:srgbClr val="222222"/>
                </a:solidFill>
                <a:latin typeface="Trebuchet MS"/>
                <a:ea typeface="Trebuchet MS"/>
                <a:cs typeface="Trebuchet MS"/>
                <a:sym typeface="Trebuchet MS"/>
              </a:rPr>
              <a:t>Peretasan – Setiap modifikasi game, termasuk menggunakan aplikasi pihak ketiga untuk</a:t>
            </a:r>
            <a:r>
              <a:rPr lang="en-US" sz="1600">
                <a:latin typeface="Trebuchet MS"/>
                <a:ea typeface="Trebuchet MS"/>
                <a:cs typeface="Trebuchet MS"/>
                <a:sym typeface="Trebuchet MS"/>
              </a:rPr>
              <a:t> </a:t>
            </a:r>
            <a:r>
              <a:rPr lang="en-US" sz="1600">
                <a:solidFill>
                  <a:srgbClr val="222222"/>
                </a:solidFill>
                <a:latin typeface="Trebuchet MS"/>
                <a:ea typeface="Trebuchet MS"/>
                <a:cs typeface="Trebuchet MS"/>
                <a:sym typeface="Trebuchet MS"/>
              </a:rPr>
              <a:t>memberikan keuntungan lebih di dalam game</a:t>
            </a:r>
            <a:endParaRPr sz="1600">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10"/>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109" name="Google Shape;109;p10"/>
          <p:cNvSpPr txBox="1"/>
          <p:nvPr/>
        </p:nvSpPr>
        <p:spPr>
          <a:xfrm>
            <a:off x="2215900" y="1823600"/>
            <a:ext cx="8132400" cy="3429900"/>
          </a:xfrm>
          <a:prstGeom prst="rect">
            <a:avLst/>
          </a:prstGeom>
          <a:noFill/>
          <a:ln>
            <a:noFill/>
          </a:ln>
        </p:spPr>
        <p:txBody>
          <a:bodyPr anchorCtr="0" anchor="t" bIns="0" lIns="0" spcFirstLastPara="1" rIns="0" wrap="square" tIns="12700">
            <a:spAutoFit/>
          </a:bodyPr>
          <a:lstStyle/>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Berkata kasar dan sara : -5</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Teaming : -10</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Cheat : -10000</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600"/>
              <a:buFont typeface="Trebuchet MS"/>
              <a:buChar char="•"/>
            </a:pPr>
            <a:r>
              <a:rPr lang="en-US" sz="4800">
                <a:latin typeface="Trebuchet MS"/>
                <a:ea typeface="Trebuchet MS"/>
                <a:cs typeface="Trebuchet MS"/>
                <a:sym typeface="Trebuchet MS"/>
              </a:rPr>
              <a:t>Self revive : -3</a:t>
            </a:r>
            <a:endParaRPr sz="4800">
              <a:latin typeface="Trebuchet MS"/>
              <a:ea typeface="Trebuchet MS"/>
              <a:cs typeface="Trebuchet MS"/>
              <a:sym typeface="Trebuchet MS"/>
            </a:endParaRPr>
          </a:p>
          <a:p>
            <a:pPr indent="-228600" lvl="0" marL="241300" rtl="0" algn="l">
              <a:lnSpc>
                <a:spcPct val="100000"/>
              </a:lnSpc>
              <a:spcBef>
                <a:spcPts val="0"/>
              </a:spcBef>
              <a:spcAft>
                <a:spcPts val="0"/>
              </a:spcAft>
              <a:buClr>
                <a:srgbClr val="9BACB5"/>
              </a:buClr>
              <a:buSzPts val="1000"/>
              <a:buFont typeface="Trebuchet MS"/>
              <a:buChar char="•"/>
            </a:pPr>
            <a:r>
              <a:rPr lang="en-US" sz="3000">
                <a:latin typeface="Trebuchet MS"/>
                <a:ea typeface="Trebuchet MS"/>
                <a:cs typeface="Trebuchet MS"/>
                <a:sym typeface="Trebuchet MS"/>
              </a:rPr>
              <a:t>INDIKASI ANARKIS (MEMUKUL MEJA, DLL)- 15</a:t>
            </a:r>
            <a:endParaRPr sz="3000">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11"/>
          <p:cNvSpPr/>
          <p:nvPr/>
        </p:nvSpPr>
        <p:spPr>
          <a:xfrm>
            <a:off x="2215895" y="947927"/>
            <a:ext cx="7760334" cy="673735"/>
          </a:xfrm>
          <a:custGeom>
            <a:rect b="b" l="l" r="r" t="t"/>
            <a:pathLst>
              <a:path extrusionOk="0" h="673735" w="7760334">
                <a:moveTo>
                  <a:pt x="7745095" y="673595"/>
                </a:moveTo>
                <a:lnTo>
                  <a:pt x="15240" y="673595"/>
                </a:lnTo>
                <a:lnTo>
                  <a:pt x="12268" y="673303"/>
                </a:lnTo>
                <a:lnTo>
                  <a:pt x="0" y="658368"/>
                </a:lnTo>
                <a:lnTo>
                  <a:pt x="0" y="15240"/>
                </a:lnTo>
                <a:lnTo>
                  <a:pt x="15240" y="0"/>
                </a:lnTo>
                <a:lnTo>
                  <a:pt x="7745095" y="0"/>
                </a:lnTo>
                <a:lnTo>
                  <a:pt x="7760334" y="15240"/>
                </a:lnTo>
                <a:lnTo>
                  <a:pt x="30480" y="15240"/>
                </a:lnTo>
                <a:lnTo>
                  <a:pt x="15240" y="30480"/>
                </a:lnTo>
                <a:lnTo>
                  <a:pt x="30480" y="30480"/>
                </a:lnTo>
                <a:lnTo>
                  <a:pt x="30480" y="643128"/>
                </a:lnTo>
                <a:lnTo>
                  <a:pt x="15240" y="643128"/>
                </a:lnTo>
                <a:lnTo>
                  <a:pt x="30480" y="658368"/>
                </a:lnTo>
                <a:lnTo>
                  <a:pt x="7760334" y="658368"/>
                </a:lnTo>
                <a:lnTo>
                  <a:pt x="7760042" y="661339"/>
                </a:lnTo>
                <a:lnTo>
                  <a:pt x="7748066" y="673303"/>
                </a:lnTo>
                <a:lnTo>
                  <a:pt x="7745095" y="673595"/>
                </a:lnTo>
                <a:close/>
              </a:path>
              <a:path extrusionOk="0" h="673735" w="7760334">
                <a:moveTo>
                  <a:pt x="30480" y="30480"/>
                </a:moveTo>
                <a:lnTo>
                  <a:pt x="15240" y="30480"/>
                </a:lnTo>
                <a:lnTo>
                  <a:pt x="30480" y="15240"/>
                </a:lnTo>
                <a:lnTo>
                  <a:pt x="30480" y="30480"/>
                </a:lnTo>
                <a:close/>
              </a:path>
              <a:path extrusionOk="0" h="673735" w="7760334">
                <a:moveTo>
                  <a:pt x="7729855" y="30480"/>
                </a:moveTo>
                <a:lnTo>
                  <a:pt x="30480" y="30480"/>
                </a:lnTo>
                <a:lnTo>
                  <a:pt x="30480" y="15240"/>
                </a:lnTo>
                <a:lnTo>
                  <a:pt x="7729855" y="15240"/>
                </a:lnTo>
                <a:lnTo>
                  <a:pt x="7729855" y="30480"/>
                </a:lnTo>
                <a:close/>
              </a:path>
              <a:path extrusionOk="0" h="673735" w="7760334">
                <a:moveTo>
                  <a:pt x="7729855" y="658368"/>
                </a:moveTo>
                <a:lnTo>
                  <a:pt x="7729855" y="15240"/>
                </a:lnTo>
                <a:lnTo>
                  <a:pt x="7745095" y="30480"/>
                </a:lnTo>
                <a:lnTo>
                  <a:pt x="7760334" y="30480"/>
                </a:lnTo>
                <a:lnTo>
                  <a:pt x="7760334" y="643128"/>
                </a:lnTo>
                <a:lnTo>
                  <a:pt x="7745095" y="643128"/>
                </a:lnTo>
                <a:lnTo>
                  <a:pt x="7729855" y="658368"/>
                </a:lnTo>
                <a:close/>
              </a:path>
              <a:path extrusionOk="0" h="673735" w="7760334">
                <a:moveTo>
                  <a:pt x="7760334" y="30480"/>
                </a:moveTo>
                <a:lnTo>
                  <a:pt x="7745095" y="30480"/>
                </a:lnTo>
                <a:lnTo>
                  <a:pt x="7729855" y="15240"/>
                </a:lnTo>
                <a:lnTo>
                  <a:pt x="7760334" y="15240"/>
                </a:lnTo>
                <a:lnTo>
                  <a:pt x="7760334" y="30480"/>
                </a:lnTo>
                <a:close/>
              </a:path>
              <a:path extrusionOk="0" h="673735" w="7760334">
                <a:moveTo>
                  <a:pt x="30480" y="658368"/>
                </a:moveTo>
                <a:lnTo>
                  <a:pt x="15240" y="643128"/>
                </a:lnTo>
                <a:lnTo>
                  <a:pt x="30480" y="643128"/>
                </a:lnTo>
                <a:lnTo>
                  <a:pt x="30480" y="658368"/>
                </a:lnTo>
                <a:close/>
              </a:path>
              <a:path extrusionOk="0" h="673735" w="7760334">
                <a:moveTo>
                  <a:pt x="7729855" y="658368"/>
                </a:moveTo>
                <a:lnTo>
                  <a:pt x="30480" y="658368"/>
                </a:lnTo>
                <a:lnTo>
                  <a:pt x="30480" y="643128"/>
                </a:lnTo>
                <a:lnTo>
                  <a:pt x="7729855" y="643128"/>
                </a:lnTo>
                <a:lnTo>
                  <a:pt x="7729855" y="658368"/>
                </a:lnTo>
                <a:close/>
              </a:path>
              <a:path extrusionOk="0" h="673735" w="7760334">
                <a:moveTo>
                  <a:pt x="7760334" y="658368"/>
                </a:moveTo>
                <a:lnTo>
                  <a:pt x="7729855" y="658368"/>
                </a:lnTo>
                <a:lnTo>
                  <a:pt x="7745095" y="643128"/>
                </a:lnTo>
                <a:lnTo>
                  <a:pt x="7760334" y="643128"/>
                </a:lnTo>
                <a:lnTo>
                  <a:pt x="7760334" y="65836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5" name="Google Shape;115;p11"/>
          <p:cNvSpPr txBox="1"/>
          <p:nvPr>
            <p:ph type="title"/>
          </p:nvPr>
        </p:nvSpPr>
        <p:spPr>
          <a:xfrm>
            <a:off x="3234435" y="1132713"/>
            <a:ext cx="618236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DAN CONTOH SCREENSHOT</a:t>
            </a:r>
            <a:endParaRPr sz="2800"/>
          </a:p>
        </p:txBody>
      </p:sp>
      <p:sp>
        <p:nvSpPr>
          <p:cNvPr id="116" name="Google Shape;116;p11"/>
          <p:cNvSpPr txBox="1"/>
          <p:nvPr/>
        </p:nvSpPr>
        <p:spPr>
          <a:xfrm>
            <a:off x="2310129" y="2137028"/>
            <a:ext cx="2099945" cy="1307465"/>
          </a:xfrm>
          <a:prstGeom prst="rect">
            <a:avLst/>
          </a:prstGeom>
          <a:noFill/>
          <a:ln>
            <a:noFill/>
          </a:ln>
        </p:spPr>
        <p:txBody>
          <a:bodyPr anchorCtr="0" anchor="t" bIns="0" lIns="0" spcFirstLastPara="1" rIns="0" wrap="square" tIns="24125">
            <a:spAutoFit/>
          </a:bodyPr>
          <a:lstStyle/>
          <a:p>
            <a:pPr indent="-228600" lvl="0" marL="241300" rtl="0" algn="l">
              <a:lnSpc>
                <a:spcPct val="100000"/>
              </a:lnSpc>
              <a:spcBef>
                <a:spcPts val="0"/>
              </a:spcBef>
              <a:spcAft>
                <a:spcPts val="0"/>
              </a:spcAft>
              <a:buSzPts val="1600"/>
              <a:buFont typeface="Trebuchet MS"/>
              <a:buChar char="•"/>
            </a:pPr>
            <a:r>
              <a:rPr lang="en-US" sz="1600">
                <a:latin typeface="Trebuchet MS"/>
                <a:ea typeface="Trebuchet MS"/>
                <a:cs typeface="Trebuchet MS"/>
                <a:sym typeface="Trebuchet MS"/>
              </a:rPr>
              <a:t>FORMAT</a:t>
            </a:r>
            <a:endParaRPr sz="1600">
              <a:latin typeface="Trebuchet MS"/>
              <a:ea typeface="Trebuchet MS"/>
              <a:cs typeface="Trebuchet MS"/>
              <a:sym typeface="Trebuchet MS"/>
            </a:endParaRPr>
          </a:p>
          <a:p>
            <a:pPr indent="0" lvl="0" marL="914400" marR="5080" rtl="0" algn="just">
              <a:lnSpc>
                <a:spcPct val="126874"/>
              </a:lnSpc>
              <a:spcBef>
                <a:spcPts val="65"/>
              </a:spcBef>
              <a:spcAft>
                <a:spcPts val="0"/>
              </a:spcAft>
              <a:buNone/>
            </a:pPr>
            <a:r>
              <a:rPr lang="en-US" sz="1600">
                <a:latin typeface="Trebuchet MS"/>
                <a:ea typeface="Trebuchet MS"/>
                <a:cs typeface="Trebuchet MS"/>
                <a:sym typeface="Trebuchet MS"/>
              </a:rPr>
              <a:t>NAMA TEAM PLACEMENT KILL</a:t>
            </a:r>
            <a:endParaRPr sz="1600">
              <a:latin typeface="Trebuchet MS"/>
              <a:ea typeface="Trebuchet MS"/>
              <a:cs typeface="Trebuchet MS"/>
              <a:sym typeface="Trebuchet MS"/>
            </a:endParaRPr>
          </a:p>
          <a:p>
            <a:pPr indent="0" lvl="0" marL="914400" rtl="0" algn="l">
              <a:lnSpc>
                <a:spcPct val="100000"/>
              </a:lnSpc>
              <a:spcBef>
                <a:spcPts val="10"/>
              </a:spcBef>
              <a:spcAft>
                <a:spcPts val="0"/>
              </a:spcAft>
              <a:buNone/>
            </a:pPr>
            <a:r>
              <a:rPr lang="en-US" sz="1600">
                <a:latin typeface="Trebuchet MS"/>
                <a:ea typeface="Trebuchet MS"/>
                <a:cs typeface="Trebuchet MS"/>
                <a:sym typeface="Trebuchet MS"/>
              </a:rPr>
              <a:t>MATCH</a:t>
            </a:r>
            <a:endParaRPr sz="1600">
              <a:latin typeface="Trebuchet MS"/>
              <a:ea typeface="Trebuchet MS"/>
              <a:cs typeface="Trebuchet MS"/>
              <a:sym typeface="Trebuchet MS"/>
            </a:endParaRPr>
          </a:p>
        </p:txBody>
      </p:sp>
      <p:sp>
        <p:nvSpPr>
          <p:cNvPr id="117" name="Google Shape;117;p11"/>
          <p:cNvSpPr txBox="1"/>
          <p:nvPr/>
        </p:nvSpPr>
        <p:spPr>
          <a:xfrm>
            <a:off x="5040629" y="2390394"/>
            <a:ext cx="74295" cy="1054100"/>
          </a:xfrm>
          <a:prstGeom prst="rect">
            <a:avLst/>
          </a:prstGeom>
          <a:noFill/>
          <a:ln>
            <a:noFill/>
          </a:ln>
        </p:spPr>
        <p:txBody>
          <a:bodyPr anchorCtr="0" anchor="t" bIns="0" lIns="0" spcFirstLastPara="1" rIns="0" wrap="square" tIns="26025">
            <a:spAutoFit/>
          </a:bodyPr>
          <a:lstStyle/>
          <a:p>
            <a:pPr indent="0" lvl="0" marL="12700" rtl="0" algn="l">
              <a:lnSpc>
                <a:spcPct val="100000"/>
              </a:lnSpc>
              <a:spcBef>
                <a:spcPts val="0"/>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105"/>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p:txBody>
      </p:sp>
      <p:sp>
        <p:nvSpPr>
          <p:cNvPr id="118" name="Google Shape;118;p11"/>
          <p:cNvSpPr txBox="1"/>
          <p:nvPr/>
        </p:nvSpPr>
        <p:spPr>
          <a:xfrm>
            <a:off x="2310129" y="3692270"/>
            <a:ext cx="2480945" cy="268605"/>
          </a:xfrm>
          <a:prstGeom prst="rect">
            <a:avLst/>
          </a:prstGeom>
          <a:noFill/>
          <a:ln>
            <a:noFill/>
          </a:ln>
        </p:spPr>
        <p:txBody>
          <a:bodyPr anchorCtr="0" anchor="t" bIns="0" lIns="0" spcFirstLastPara="1" rIns="0" wrap="square" tIns="12050">
            <a:spAutoFit/>
          </a:bodyPr>
          <a:lstStyle/>
          <a:p>
            <a:pPr indent="-285750" lvl="0" marL="298450" rtl="0" algn="l">
              <a:lnSpc>
                <a:spcPct val="100000"/>
              </a:lnSpc>
              <a:spcBef>
                <a:spcPts val="0"/>
              </a:spcBef>
              <a:spcAft>
                <a:spcPts val="0"/>
              </a:spcAft>
              <a:buSzPts val="1600"/>
              <a:buFont typeface="Trebuchet MS"/>
              <a:buChar char="•"/>
            </a:pPr>
            <a:r>
              <a:rPr lang="en-US" sz="1600">
                <a:latin typeface="Trebuchet MS"/>
                <a:ea typeface="Trebuchet MS"/>
                <a:cs typeface="Trebuchet MS"/>
                <a:sym typeface="Trebuchet MS"/>
              </a:rPr>
              <a:t>CONTOH SCREENSHOT</a:t>
            </a:r>
            <a:endParaRPr sz="1600">
              <a:latin typeface="Trebuchet MS"/>
              <a:ea typeface="Trebuchet MS"/>
              <a:cs typeface="Trebuchet MS"/>
              <a:sym typeface="Trebuchet MS"/>
            </a:endParaRPr>
          </a:p>
        </p:txBody>
      </p:sp>
      <p:pic>
        <p:nvPicPr>
          <p:cNvPr id="119" name="Google Shape;119;p11"/>
          <p:cNvPicPr preferRelativeResize="0"/>
          <p:nvPr/>
        </p:nvPicPr>
        <p:blipFill rotWithShape="1">
          <a:blip r:embed="rId3">
            <a:alphaModFix/>
          </a:blip>
          <a:srcRect b="0" l="0" r="0" t="0"/>
          <a:stretch/>
        </p:blipFill>
        <p:spPr>
          <a:xfrm>
            <a:off x="2624327" y="4012691"/>
            <a:ext cx="4581144" cy="20604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p12"/>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5" name="Google Shape;125;p12"/>
          <p:cNvSpPr txBox="1"/>
          <p:nvPr>
            <p:ph type="title"/>
          </p:nvPr>
        </p:nvSpPr>
        <p:spPr>
          <a:xfrm>
            <a:off x="4468748" y="1039749"/>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26" name="Google Shape;126;p12"/>
          <p:cNvSpPr txBox="1"/>
          <p:nvPr/>
        </p:nvSpPr>
        <p:spPr>
          <a:xfrm>
            <a:off x="916330" y="2256180"/>
            <a:ext cx="2303780" cy="4029949"/>
          </a:xfrm>
          <a:prstGeom prst="rect">
            <a:avLst/>
          </a:prstGeom>
          <a:noFill/>
          <a:ln>
            <a:noFill/>
          </a:ln>
        </p:spPr>
        <p:txBody>
          <a:bodyPr anchorCtr="0" anchor="t" bIns="0" lIns="0" spcFirstLastPara="1" rIns="0" wrap="square" tIns="165725">
            <a:spAutoFit/>
          </a:bodyPr>
          <a:lstStyle/>
          <a:p>
            <a:pPr indent="-340360" lvl="0" marL="353060" rtl="0" algn="l">
              <a:lnSpc>
                <a:spcPct val="100000"/>
              </a:lnSpc>
              <a:spcBef>
                <a:spcPts val="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Mode</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Flare gun</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Red Zone</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Aim Assist</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Sound Visual</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Zona</a:t>
            </a:r>
            <a:endParaRPr sz="1900">
              <a:latin typeface="Trebuchet MS"/>
              <a:ea typeface="Trebuchet MS"/>
              <a:cs typeface="Trebuchet MS"/>
              <a:sym typeface="Trebuchet MS"/>
            </a:endParaRPr>
          </a:p>
          <a:p>
            <a:pPr indent="-340360" lvl="0" marL="353060" rtl="0" algn="l">
              <a:lnSpc>
                <a:spcPct val="100000"/>
              </a:lnSpc>
              <a:spcBef>
                <a:spcPts val="1200"/>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Playzone Damage</a:t>
            </a:r>
            <a:endParaRPr sz="1900">
              <a:latin typeface="Trebuchet MS"/>
              <a:ea typeface="Trebuchet MS"/>
              <a:cs typeface="Trebuchet MS"/>
              <a:sym typeface="Trebuchet MS"/>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Kualifikasi </a:t>
            </a:r>
            <a:endParaRPr/>
          </a:p>
          <a:p>
            <a:pPr indent="-340360" lvl="0" marL="353060" rtl="0" algn="l">
              <a:lnSpc>
                <a:spcPct val="100000"/>
              </a:lnSpc>
              <a:spcBef>
                <a:spcPts val="1205"/>
              </a:spcBef>
              <a:spcAft>
                <a:spcPts val="0"/>
              </a:spcAft>
              <a:buClr>
                <a:srgbClr val="222222"/>
              </a:buClr>
              <a:buSzPts val="1900"/>
              <a:buFont typeface="Trebuchet MS"/>
              <a:buAutoNum type="arabicPeriod"/>
            </a:pPr>
            <a:r>
              <a:rPr lang="en-US" sz="1900">
                <a:solidFill>
                  <a:srgbClr val="222222"/>
                </a:solidFill>
                <a:latin typeface="Trebuchet MS"/>
                <a:ea typeface="Trebuchet MS"/>
                <a:cs typeface="Trebuchet MS"/>
                <a:sym typeface="Trebuchet MS"/>
              </a:rPr>
              <a:t>Final </a:t>
            </a:r>
            <a:endParaRPr sz="1900">
              <a:latin typeface="Trebuchet MS"/>
              <a:ea typeface="Trebuchet MS"/>
              <a:cs typeface="Trebuchet MS"/>
              <a:sym typeface="Trebuchet MS"/>
            </a:endParaRPr>
          </a:p>
        </p:txBody>
      </p:sp>
      <p:sp>
        <p:nvSpPr>
          <p:cNvPr id="127" name="Google Shape;127;p12"/>
          <p:cNvSpPr txBox="1"/>
          <p:nvPr/>
        </p:nvSpPr>
        <p:spPr>
          <a:xfrm>
            <a:off x="3658361" y="2179967"/>
            <a:ext cx="6765900" cy="4032900"/>
          </a:xfrm>
          <a:prstGeom prst="rect">
            <a:avLst/>
          </a:prstGeom>
          <a:noFill/>
          <a:ln>
            <a:noFill/>
          </a:ln>
        </p:spPr>
        <p:txBody>
          <a:bodyPr anchorCtr="0" anchor="t" bIns="0" lIns="0" spcFirstLastPara="1" rIns="0" wrap="square" tIns="165725">
            <a:spAutoFit/>
          </a:bodyPr>
          <a:lstStyle/>
          <a:p>
            <a:pPr indent="0" lvl="0" marL="12700" rtl="0" algn="l">
              <a:lnSpc>
                <a:spcPct val="100000"/>
              </a:lnSpc>
              <a:spcBef>
                <a:spcPts val="0"/>
              </a:spcBef>
              <a:spcAft>
                <a:spcPts val="0"/>
              </a:spcAft>
              <a:buNone/>
            </a:pPr>
            <a:r>
              <a:rPr lang="en-US" sz="1900">
                <a:solidFill>
                  <a:srgbClr val="222222"/>
                </a:solidFill>
                <a:latin typeface="Trebuchet MS"/>
                <a:ea typeface="Trebuchet MS"/>
                <a:cs typeface="Trebuchet MS"/>
                <a:sym typeface="Trebuchet MS"/>
              </a:rPr>
              <a:t>: TPP Battle Royal</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OFF</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1,2</a:t>
            </a:r>
            <a:endParaRPr sz="1900">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1,2</a:t>
            </a:r>
            <a:endParaRPr sz="1900">
              <a:solidFill>
                <a:srgbClr val="222222"/>
              </a:solidFill>
              <a:latin typeface="Trebuchet MS"/>
              <a:ea typeface="Trebuchet MS"/>
              <a:cs typeface="Trebuchet MS"/>
              <a:sym typeface="Trebuchet MS"/>
            </a:endParaRPr>
          </a:p>
          <a:p>
            <a:pPr indent="0" lvl="0" marL="12700" rtl="0" algn="l">
              <a:lnSpc>
                <a:spcPct val="100000"/>
              </a:lnSpc>
              <a:spcBef>
                <a:spcPts val="1200"/>
              </a:spcBef>
              <a:spcAft>
                <a:spcPts val="0"/>
              </a:spcAft>
              <a:buNone/>
            </a:pPr>
            <a:r>
              <a:rPr lang="en-US" sz="1900">
                <a:solidFill>
                  <a:srgbClr val="222222"/>
                </a:solidFill>
                <a:latin typeface="Trebuchet MS"/>
                <a:ea typeface="Trebuchet MS"/>
                <a:cs typeface="Trebuchet MS"/>
                <a:sym typeface="Trebuchet MS"/>
              </a:rPr>
              <a:t>: 4 map	(Erangel-Miramar-Rondo-Erangel)</a:t>
            </a:r>
            <a:endParaRPr sz="1900">
              <a:latin typeface="Trebuchet MS"/>
              <a:ea typeface="Trebuchet MS"/>
              <a:cs typeface="Trebuchet MS"/>
              <a:sym typeface="Trebuchet MS"/>
            </a:endParaRPr>
          </a:p>
          <a:p>
            <a:pPr indent="0" lvl="0" marL="12700" rtl="0" algn="l">
              <a:lnSpc>
                <a:spcPct val="100000"/>
              </a:lnSpc>
              <a:spcBef>
                <a:spcPts val="1205"/>
              </a:spcBef>
              <a:spcAft>
                <a:spcPts val="0"/>
              </a:spcAft>
              <a:buNone/>
            </a:pPr>
            <a:r>
              <a:rPr lang="en-US" sz="1900">
                <a:solidFill>
                  <a:srgbClr val="222222"/>
                </a:solidFill>
                <a:latin typeface="Trebuchet MS"/>
                <a:ea typeface="Trebuchet MS"/>
                <a:cs typeface="Trebuchet MS"/>
                <a:sym typeface="Trebuchet MS"/>
              </a:rPr>
              <a:t>: 5	Match  (Erangel-Miramar-Rondo-Erangel-Rondo)</a:t>
            </a:r>
            <a:endParaRPr sz="190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13"/>
          <p:cNvSpPr/>
          <p:nvPr/>
        </p:nvSpPr>
        <p:spPr>
          <a:xfrm>
            <a:off x="2215895" y="947927"/>
            <a:ext cx="7760334" cy="879475"/>
          </a:xfrm>
          <a:custGeom>
            <a:rect b="b" l="l" r="r" t="t"/>
            <a:pathLst>
              <a:path extrusionOk="0" h="879475" w="7760334">
                <a:moveTo>
                  <a:pt x="7745044" y="879475"/>
                </a:moveTo>
                <a:lnTo>
                  <a:pt x="15240" y="879475"/>
                </a:lnTo>
                <a:lnTo>
                  <a:pt x="12268" y="879182"/>
                </a:lnTo>
                <a:lnTo>
                  <a:pt x="0" y="864235"/>
                </a:lnTo>
                <a:lnTo>
                  <a:pt x="0" y="15240"/>
                </a:lnTo>
                <a:lnTo>
                  <a:pt x="15240" y="0"/>
                </a:lnTo>
                <a:lnTo>
                  <a:pt x="7745044" y="0"/>
                </a:lnTo>
                <a:lnTo>
                  <a:pt x="7760271" y="15240"/>
                </a:lnTo>
                <a:lnTo>
                  <a:pt x="30480" y="15240"/>
                </a:lnTo>
                <a:lnTo>
                  <a:pt x="15240" y="30480"/>
                </a:lnTo>
                <a:lnTo>
                  <a:pt x="30480" y="30480"/>
                </a:lnTo>
                <a:lnTo>
                  <a:pt x="30480" y="849007"/>
                </a:lnTo>
                <a:lnTo>
                  <a:pt x="15240" y="849007"/>
                </a:lnTo>
                <a:lnTo>
                  <a:pt x="30480" y="864235"/>
                </a:lnTo>
                <a:lnTo>
                  <a:pt x="7760271" y="864235"/>
                </a:lnTo>
                <a:lnTo>
                  <a:pt x="7759979" y="867206"/>
                </a:lnTo>
                <a:lnTo>
                  <a:pt x="7748015" y="879182"/>
                </a:lnTo>
                <a:lnTo>
                  <a:pt x="7745044" y="879475"/>
                </a:lnTo>
                <a:close/>
              </a:path>
              <a:path extrusionOk="0" h="879475" w="7760334">
                <a:moveTo>
                  <a:pt x="30480" y="30480"/>
                </a:moveTo>
                <a:lnTo>
                  <a:pt x="15240" y="30480"/>
                </a:lnTo>
                <a:lnTo>
                  <a:pt x="30480" y="15240"/>
                </a:lnTo>
                <a:lnTo>
                  <a:pt x="30480" y="30480"/>
                </a:lnTo>
                <a:close/>
              </a:path>
              <a:path extrusionOk="0" h="879475" w="7760334">
                <a:moveTo>
                  <a:pt x="7729804" y="30480"/>
                </a:moveTo>
                <a:lnTo>
                  <a:pt x="30480" y="30480"/>
                </a:lnTo>
                <a:lnTo>
                  <a:pt x="30480" y="15240"/>
                </a:lnTo>
                <a:lnTo>
                  <a:pt x="7729804" y="15240"/>
                </a:lnTo>
                <a:lnTo>
                  <a:pt x="7729804" y="30480"/>
                </a:lnTo>
                <a:close/>
              </a:path>
              <a:path extrusionOk="0" h="879475" w="7760334">
                <a:moveTo>
                  <a:pt x="7729804" y="864235"/>
                </a:moveTo>
                <a:lnTo>
                  <a:pt x="7729804" y="15240"/>
                </a:lnTo>
                <a:lnTo>
                  <a:pt x="7745044" y="30480"/>
                </a:lnTo>
                <a:lnTo>
                  <a:pt x="7760271" y="30480"/>
                </a:lnTo>
                <a:lnTo>
                  <a:pt x="7760271" y="849007"/>
                </a:lnTo>
                <a:lnTo>
                  <a:pt x="7745044" y="849007"/>
                </a:lnTo>
                <a:lnTo>
                  <a:pt x="7729804" y="864235"/>
                </a:lnTo>
                <a:close/>
              </a:path>
              <a:path extrusionOk="0" h="879475" w="7760334">
                <a:moveTo>
                  <a:pt x="7760271" y="30480"/>
                </a:moveTo>
                <a:lnTo>
                  <a:pt x="7745044" y="30480"/>
                </a:lnTo>
                <a:lnTo>
                  <a:pt x="7729804" y="15240"/>
                </a:lnTo>
                <a:lnTo>
                  <a:pt x="7760271" y="15240"/>
                </a:lnTo>
                <a:lnTo>
                  <a:pt x="7760271" y="30480"/>
                </a:lnTo>
                <a:close/>
              </a:path>
              <a:path extrusionOk="0" h="879475" w="7760334">
                <a:moveTo>
                  <a:pt x="30480" y="864235"/>
                </a:moveTo>
                <a:lnTo>
                  <a:pt x="15240" y="849007"/>
                </a:lnTo>
                <a:lnTo>
                  <a:pt x="30480" y="849007"/>
                </a:lnTo>
                <a:lnTo>
                  <a:pt x="30480" y="864235"/>
                </a:lnTo>
                <a:close/>
              </a:path>
              <a:path extrusionOk="0" h="879475" w="7760334">
                <a:moveTo>
                  <a:pt x="7729804" y="864235"/>
                </a:moveTo>
                <a:lnTo>
                  <a:pt x="30480" y="864235"/>
                </a:lnTo>
                <a:lnTo>
                  <a:pt x="30480" y="849007"/>
                </a:lnTo>
                <a:lnTo>
                  <a:pt x="7729804" y="849007"/>
                </a:lnTo>
                <a:lnTo>
                  <a:pt x="7729804" y="864235"/>
                </a:lnTo>
                <a:close/>
              </a:path>
              <a:path extrusionOk="0" h="879475" w="7760334">
                <a:moveTo>
                  <a:pt x="7760271" y="864235"/>
                </a:moveTo>
                <a:lnTo>
                  <a:pt x="7729804" y="864235"/>
                </a:lnTo>
                <a:lnTo>
                  <a:pt x="7745044" y="849007"/>
                </a:lnTo>
                <a:lnTo>
                  <a:pt x="7760271" y="849007"/>
                </a:lnTo>
                <a:lnTo>
                  <a:pt x="7760271" y="864235"/>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3" name="Google Shape;133;p13"/>
          <p:cNvSpPr txBox="1"/>
          <p:nvPr>
            <p:ph type="title"/>
          </p:nvPr>
        </p:nvSpPr>
        <p:spPr>
          <a:xfrm>
            <a:off x="4283455" y="1075562"/>
            <a:ext cx="3624579"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SISTEM POINT</a:t>
            </a:r>
            <a:endParaRPr sz="4400"/>
          </a:p>
        </p:txBody>
      </p:sp>
      <p:graphicFrame>
        <p:nvGraphicFramePr>
          <p:cNvPr id="134" name="Google Shape;134;p13"/>
          <p:cNvGraphicFramePr/>
          <p:nvPr/>
        </p:nvGraphicFramePr>
        <p:xfrm>
          <a:off x="991196" y="2890773"/>
          <a:ext cx="3000000" cy="3000000"/>
        </p:xfrm>
        <a:graphic>
          <a:graphicData uri="http://schemas.openxmlformats.org/drawingml/2006/table">
            <a:tbl>
              <a:tblPr bandRow="1" firstRow="1">
                <a:noFill/>
                <a:tableStyleId>{CFB1EDDB-5AB8-4982-AC60-24EF41809080}</a:tableStyleId>
              </a:tblPr>
              <a:tblGrid>
                <a:gridCol w="2403475"/>
                <a:gridCol w="2403475"/>
                <a:gridCol w="2403475"/>
                <a:gridCol w="2403475"/>
              </a:tblGrid>
              <a:tr h="388625">
                <a:tc gridSpan="4">
                  <a:txBody>
                    <a:bodyPr/>
                    <a:lstStyle/>
                    <a:p>
                      <a:pPr indent="0" lvl="0" marL="0" marR="0" rtl="0" algn="ctr">
                        <a:lnSpc>
                          <a:spcPct val="100000"/>
                        </a:lnSpc>
                        <a:spcBef>
                          <a:spcPts val="0"/>
                        </a:spcBef>
                        <a:spcAft>
                          <a:spcPts val="0"/>
                        </a:spcAft>
                        <a:buNone/>
                      </a:pPr>
                      <a:r>
                        <a:rPr lang="en-US" sz="1800" u="none" cap="none" strike="noStrike">
                          <a:solidFill>
                            <a:srgbClr val="FFFFFF"/>
                          </a:solidFill>
                          <a:latin typeface="Trebuchet MS"/>
                          <a:ea typeface="Trebuchet MS"/>
                          <a:cs typeface="Trebuchet MS"/>
                          <a:sym typeface="Trebuchet MS"/>
                        </a:rPr>
                        <a:t>SISTEM POINT</a:t>
                      </a:r>
                      <a:endParaRPr sz="1800" u="none" cap="none" strike="noStrike">
                        <a:latin typeface="Trebuchet MS"/>
                        <a:ea typeface="Trebuchet MS"/>
                        <a:cs typeface="Trebuchet MS"/>
                        <a:sym typeface="Trebuchet MS"/>
                      </a:endParaRPr>
                    </a:p>
                  </a:txBody>
                  <a:tcPr marT="82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1E1C11"/>
                    </a:solidFill>
                  </a:tcPr>
                </a:tc>
                <a:tc hMerge="1"/>
                <a:tc hMerge="1"/>
                <a:tc hMerge="1"/>
              </a:tr>
              <a:tr h="350525">
                <a:tc gridSpan="2">
                  <a:txBody>
                    <a:bodyPr/>
                    <a:lstStyle/>
                    <a:p>
                      <a:pPr indent="0" lvl="0" marL="0" marR="0" rtl="0" algn="ctr">
                        <a:lnSpc>
                          <a:spcPct val="116111"/>
                        </a:lnSpc>
                        <a:spcBef>
                          <a:spcPts val="0"/>
                        </a:spcBef>
                        <a:spcAft>
                          <a:spcPts val="0"/>
                        </a:spcAft>
                        <a:buNone/>
                      </a:pPr>
                      <a:r>
                        <a:rPr lang="en-US" sz="1800" u="none" cap="none" strike="noStrike">
                          <a:latin typeface="Trebuchet MS"/>
                          <a:ea typeface="Trebuchet MS"/>
                          <a:cs typeface="Trebuchet MS"/>
                          <a:sym typeface="Trebuchet MS"/>
                        </a:rPr>
                        <a:t>KILL POINT</a:t>
                      </a:r>
                      <a:endParaRPr sz="1800" u="none" cap="none" strike="noStrike">
                        <a:latin typeface="Trebuchet MS"/>
                        <a:ea typeface="Trebuchet MS"/>
                        <a:cs typeface="Trebuchet MS"/>
                        <a:sym typeface="Trebuchet MS"/>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F8DFCC"/>
                    </a:solidFill>
                  </a:tcPr>
                </a:tc>
                <a:tc hMerge="1"/>
                <a:tc gridSpan="2">
                  <a:txBody>
                    <a:bodyPr/>
                    <a:lstStyle/>
                    <a:p>
                      <a:pPr indent="0" lvl="0" marL="15875" marR="0" rtl="0" algn="ctr">
                        <a:lnSpc>
                          <a:spcPct val="116111"/>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F8DFCC"/>
                    </a:solidFill>
                  </a:tcPr>
                </a:tc>
                <a:tc hMerge="1"/>
              </a:tr>
              <a:tr h="369575">
                <a:tc gridSpan="4">
                  <a:txBody>
                    <a:bodyPr/>
                    <a:lstStyle/>
                    <a:p>
                      <a:pPr indent="0" lvl="0" marL="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PLACEMENT POINT</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hMerge="1"/>
                <a:tc hMerge="1"/>
                <a:tc hMerge="1"/>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10</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7</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905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1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69575">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2</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6</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8</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1</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3</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5</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38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9 - 20</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778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0</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4</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4</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r h="369575">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5</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3</a:t>
                      </a:r>
                      <a:endParaRPr sz="1800" u="none" cap="none" strike="noStrike">
                        <a:latin typeface="Trebuchet MS"/>
                        <a:ea typeface="Trebuchet MS"/>
                        <a:cs typeface="Trebuchet MS"/>
                        <a:sym typeface="Trebuchet MS"/>
                      </a:endParaRPr>
                    </a:p>
                  </a:txBody>
                  <a:tcPr marT="108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8DFCC"/>
                    </a:solidFill>
                  </a:tcPr>
                </a:tc>
              </a:tr>
              <a:tr h="370200">
                <a:tc>
                  <a:txBody>
                    <a:bodyPr/>
                    <a:lstStyle/>
                    <a:p>
                      <a:pPr indent="0" lvl="0" marL="889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6</a:t>
                      </a:r>
                      <a:endParaRPr sz="1800" u="none" cap="none" strike="noStrike">
                        <a:latin typeface="Trebuchet MS"/>
                        <a:ea typeface="Trebuchet MS"/>
                        <a:cs typeface="Trebuchet MS"/>
                        <a:sym typeface="Trebuchet MS"/>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16510" marR="0" rtl="0" algn="ctr">
                        <a:lnSpc>
                          <a:spcPct val="100000"/>
                        </a:lnSpc>
                        <a:spcBef>
                          <a:spcPts val="0"/>
                        </a:spcBef>
                        <a:spcAft>
                          <a:spcPts val="0"/>
                        </a:spcAft>
                        <a:buNone/>
                      </a:pPr>
                      <a:r>
                        <a:rPr lang="en-US" sz="1800" u="none" cap="none" strike="noStrike">
                          <a:latin typeface="Trebuchet MS"/>
                          <a:ea typeface="Trebuchet MS"/>
                          <a:cs typeface="Trebuchet MS"/>
                          <a:sym typeface="Trebuchet MS"/>
                        </a:rPr>
                        <a:t>2</a:t>
                      </a:r>
                      <a:endParaRPr sz="1800" u="none" cap="none" strike="noStrike">
                        <a:latin typeface="Trebuchet MS"/>
                        <a:ea typeface="Trebuchet MS"/>
                        <a:cs typeface="Trebuchet MS"/>
                        <a:sym typeface="Trebuchet MS"/>
                      </a:endParaRPr>
                    </a:p>
                  </a:txBody>
                  <a:tcPr marT="1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9ECE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 name="Shape 138"/>
        <p:cNvGrpSpPr/>
        <p:nvPr/>
      </p:nvGrpSpPr>
      <p:grpSpPr>
        <a:xfrm>
          <a:off x="0" y="0"/>
          <a:ext cx="0" cy="0"/>
          <a:chOff x="0" y="0"/>
          <a:chExt cx="0" cy="0"/>
        </a:xfrm>
      </p:grpSpPr>
      <p:sp>
        <p:nvSpPr>
          <p:cNvPr id="139" name="Google Shape;139;p14"/>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 name="Google Shape;140;p14"/>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459230" rtl="0" algn="l">
              <a:lnSpc>
                <a:spcPct val="100000"/>
              </a:lnSpc>
              <a:spcBef>
                <a:spcPts val="0"/>
              </a:spcBef>
              <a:spcAft>
                <a:spcPts val="0"/>
              </a:spcAft>
              <a:buNone/>
            </a:pPr>
            <a:r>
              <a:rPr lang="en-US"/>
              <a:t>SISTEM POINT</a:t>
            </a:r>
            <a:endParaRPr/>
          </a:p>
        </p:txBody>
      </p:sp>
      <p:sp>
        <p:nvSpPr>
          <p:cNvPr id="141" name="Google Shape;141;p14"/>
          <p:cNvSpPr txBox="1"/>
          <p:nvPr/>
        </p:nvSpPr>
        <p:spPr>
          <a:xfrm>
            <a:off x="2599347" y="2005838"/>
            <a:ext cx="6604634" cy="2712085"/>
          </a:xfrm>
          <a:prstGeom prst="rect">
            <a:avLst/>
          </a:prstGeom>
          <a:noFill/>
          <a:ln>
            <a:noFill/>
          </a:ln>
        </p:spPr>
        <p:txBody>
          <a:bodyPr anchorCtr="0" anchor="t" bIns="0" lIns="0" spcFirstLastPara="1" rIns="0" wrap="square" tIns="140950">
            <a:spAutoFit/>
          </a:bodyPr>
          <a:lstStyle/>
          <a:p>
            <a:pPr indent="-228600" lvl="0" marL="241300" rtl="0" algn="l">
              <a:lnSpc>
                <a:spcPct val="100000"/>
              </a:lnSpc>
              <a:spcBef>
                <a:spcPts val="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Skin diperbolehkan</a:t>
            </a:r>
            <a:endParaRPr sz="1800">
              <a:latin typeface="Trebuchet MS"/>
              <a:ea typeface="Trebuchet MS"/>
              <a:cs typeface="Trebuchet MS"/>
              <a:sym typeface="Trebuchet MS"/>
            </a:endParaRPr>
          </a:p>
          <a:p>
            <a:pPr indent="-227965" lvl="0" marL="240029" marR="5080" rtl="0" algn="l">
              <a:lnSpc>
                <a:spcPct val="100000"/>
              </a:lnSpc>
              <a:spcBef>
                <a:spcPts val="101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Tim hanya diizinkan untuk bermain dengan pemain yang telah didaftarkan</a:t>
            </a:r>
            <a:endParaRPr sz="1800">
              <a:latin typeface="Trebuchet MS"/>
              <a:ea typeface="Trebuchet MS"/>
              <a:cs typeface="Trebuchet MS"/>
              <a:sym typeface="Trebuchet MS"/>
            </a:endParaRPr>
          </a:p>
          <a:p>
            <a:pPr indent="-228600" lvl="0" marL="241300" rtl="0" algn="l">
              <a:lnSpc>
                <a:spcPct val="100000"/>
              </a:lnSpc>
              <a:spcBef>
                <a:spcPts val="101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terdapat point yang sama maka penentu adalah :</a:t>
            </a:r>
            <a:endParaRPr sz="1800">
              <a:latin typeface="Trebuchet MS"/>
              <a:ea typeface="Trebuchet MS"/>
              <a:cs typeface="Trebuchet MS"/>
              <a:sym typeface="Trebuchet MS"/>
            </a:endParaRPr>
          </a:p>
          <a:p>
            <a:pPr indent="-217804" lvl="1" marL="482600" rtl="0" algn="l">
              <a:lnSpc>
                <a:spcPct val="100000"/>
              </a:lnSpc>
              <a:spcBef>
                <a:spcPts val="985"/>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Jumlah WWCD</a:t>
            </a:r>
            <a:endParaRPr sz="1800">
              <a:latin typeface="Trebuchet MS"/>
              <a:ea typeface="Trebuchet MS"/>
              <a:cs typeface="Trebuchet MS"/>
              <a:sym typeface="Trebuchet MS"/>
            </a:endParaRPr>
          </a:p>
          <a:p>
            <a:pPr indent="-217804" lvl="1" marL="482600" rtl="0" algn="l">
              <a:lnSpc>
                <a:spcPct val="100000"/>
              </a:lnSpc>
              <a:spcBef>
                <a:spcPts val="1010"/>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Point Placement</a:t>
            </a:r>
            <a:endParaRPr sz="1800">
              <a:latin typeface="Trebuchet MS"/>
              <a:ea typeface="Trebuchet MS"/>
              <a:cs typeface="Trebuchet MS"/>
              <a:sym typeface="Trebuchet MS"/>
            </a:endParaRPr>
          </a:p>
          <a:p>
            <a:pPr indent="-217804" lvl="1" marL="482600" rtl="0" algn="l">
              <a:lnSpc>
                <a:spcPct val="100000"/>
              </a:lnSpc>
              <a:spcBef>
                <a:spcPts val="1010"/>
              </a:spcBef>
              <a:spcAft>
                <a:spcPts val="0"/>
              </a:spcAft>
              <a:buClr>
                <a:srgbClr val="222222"/>
              </a:buClr>
              <a:buSzPts val="1800"/>
              <a:buFont typeface="Trebuchet MS"/>
              <a:buAutoNum type="arabicPeriod"/>
            </a:pPr>
            <a:r>
              <a:rPr lang="en-US" sz="1800">
                <a:solidFill>
                  <a:srgbClr val="222222"/>
                </a:solidFill>
                <a:latin typeface="Trebuchet MS"/>
                <a:ea typeface="Trebuchet MS"/>
                <a:cs typeface="Trebuchet MS"/>
                <a:sym typeface="Trebuchet MS"/>
              </a:rPr>
              <a:t>Point Kill</a:t>
            </a:r>
            <a:endParaRPr sz="1800">
              <a:latin typeface="Trebuchet MS"/>
              <a:ea typeface="Trebuchet MS"/>
              <a:cs typeface="Trebuchet MS"/>
              <a:sym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5" name="Shape 145"/>
        <p:cNvGrpSpPr/>
        <p:nvPr/>
      </p:nvGrpSpPr>
      <p:grpSpPr>
        <a:xfrm>
          <a:off x="0" y="0"/>
          <a:ext cx="0" cy="0"/>
          <a:chOff x="0" y="0"/>
          <a:chExt cx="0" cy="0"/>
        </a:xfrm>
      </p:grpSpPr>
      <p:sp>
        <p:nvSpPr>
          <p:cNvPr id="146" name="Google Shape;146;p15"/>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47" name="Google Shape;147;p15"/>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26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