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9" roundtripDataSignature="AMtx7mirb3UfRHRENafNHrqL0N/djT8a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C0CC31-499D-435F-939E-0C71F251E40E}">
  <a:tblStyle styleId="{FCC0CC31-499D-435F-939E-0C71F251E40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1" name="Shape 11"/>
        <p:cNvGrpSpPr/>
        <p:nvPr/>
      </p:nvGrpSpPr>
      <p:grpSpPr>
        <a:xfrm>
          <a:off x="0" y="0"/>
          <a:ext cx="0" cy="0"/>
          <a:chOff x="0" y="0"/>
          <a:chExt cx="0" cy="0"/>
        </a:xfrm>
      </p:grpSpPr>
      <p:sp>
        <p:nvSpPr>
          <p:cNvPr id="12" name="Google Shape;12;p14"/>
          <p:cNvSpPr/>
          <p:nvPr/>
        </p:nvSpPr>
        <p:spPr>
          <a:xfrm>
            <a:off x="1581924" y="2368308"/>
            <a:ext cx="9031605" cy="1085850"/>
          </a:xfrm>
          <a:custGeom>
            <a:rect b="b" l="l" r="r" t="t"/>
            <a:pathLst>
              <a:path extrusionOk="0" h="1085850" w="9031605">
                <a:moveTo>
                  <a:pt x="9011399" y="1085697"/>
                </a:moveTo>
                <a:lnTo>
                  <a:pt x="19799" y="1085697"/>
                </a:lnTo>
                <a:lnTo>
                  <a:pt x="16357" y="1085392"/>
                </a:lnTo>
                <a:lnTo>
                  <a:pt x="0" y="1065898"/>
                </a:lnTo>
                <a:lnTo>
                  <a:pt x="0" y="19799"/>
                </a:lnTo>
                <a:lnTo>
                  <a:pt x="19799" y="0"/>
                </a:lnTo>
                <a:lnTo>
                  <a:pt x="9011399" y="0"/>
                </a:lnTo>
                <a:lnTo>
                  <a:pt x="9031198" y="19799"/>
                </a:lnTo>
                <a:lnTo>
                  <a:pt x="39598" y="19799"/>
                </a:lnTo>
                <a:lnTo>
                  <a:pt x="19799" y="39598"/>
                </a:lnTo>
                <a:lnTo>
                  <a:pt x="39598" y="39598"/>
                </a:lnTo>
                <a:lnTo>
                  <a:pt x="39598" y="1046099"/>
                </a:lnTo>
                <a:lnTo>
                  <a:pt x="19799" y="1046099"/>
                </a:lnTo>
                <a:lnTo>
                  <a:pt x="39598" y="1065898"/>
                </a:lnTo>
                <a:lnTo>
                  <a:pt x="9031198" y="1065898"/>
                </a:lnTo>
                <a:lnTo>
                  <a:pt x="9030893" y="1069339"/>
                </a:lnTo>
                <a:lnTo>
                  <a:pt x="9014841" y="1085392"/>
                </a:lnTo>
                <a:lnTo>
                  <a:pt x="9011399" y="1085697"/>
                </a:lnTo>
                <a:close/>
              </a:path>
              <a:path extrusionOk="0" h="1085850" w="9031605">
                <a:moveTo>
                  <a:pt x="39598" y="39598"/>
                </a:moveTo>
                <a:lnTo>
                  <a:pt x="19799" y="39598"/>
                </a:lnTo>
                <a:lnTo>
                  <a:pt x="39598" y="19799"/>
                </a:lnTo>
                <a:lnTo>
                  <a:pt x="39598" y="39598"/>
                </a:lnTo>
                <a:close/>
              </a:path>
              <a:path extrusionOk="0" h="1085850" w="9031605">
                <a:moveTo>
                  <a:pt x="8991600" y="39598"/>
                </a:moveTo>
                <a:lnTo>
                  <a:pt x="39598" y="39598"/>
                </a:lnTo>
                <a:lnTo>
                  <a:pt x="39598" y="19799"/>
                </a:lnTo>
                <a:lnTo>
                  <a:pt x="8991600" y="19799"/>
                </a:lnTo>
                <a:lnTo>
                  <a:pt x="8991600" y="39598"/>
                </a:lnTo>
                <a:close/>
              </a:path>
              <a:path extrusionOk="0" h="1085850" w="9031605">
                <a:moveTo>
                  <a:pt x="8991600" y="1065898"/>
                </a:moveTo>
                <a:lnTo>
                  <a:pt x="8991600" y="19799"/>
                </a:lnTo>
                <a:lnTo>
                  <a:pt x="9011399" y="39598"/>
                </a:lnTo>
                <a:lnTo>
                  <a:pt x="9031198" y="39598"/>
                </a:lnTo>
                <a:lnTo>
                  <a:pt x="9031198" y="1046099"/>
                </a:lnTo>
                <a:lnTo>
                  <a:pt x="9011399" y="1046099"/>
                </a:lnTo>
                <a:lnTo>
                  <a:pt x="8991600" y="1065898"/>
                </a:lnTo>
                <a:close/>
              </a:path>
              <a:path extrusionOk="0" h="1085850" w="9031605">
                <a:moveTo>
                  <a:pt x="9031198" y="39598"/>
                </a:moveTo>
                <a:lnTo>
                  <a:pt x="9011399" y="39598"/>
                </a:lnTo>
                <a:lnTo>
                  <a:pt x="8991600" y="19799"/>
                </a:lnTo>
                <a:lnTo>
                  <a:pt x="9031198" y="19799"/>
                </a:lnTo>
                <a:lnTo>
                  <a:pt x="9031198" y="39598"/>
                </a:lnTo>
                <a:close/>
              </a:path>
              <a:path extrusionOk="0" h="1085850" w="9031605">
                <a:moveTo>
                  <a:pt x="39598" y="1065898"/>
                </a:moveTo>
                <a:lnTo>
                  <a:pt x="19799" y="1046099"/>
                </a:lnTo>
                <a:lnTo>
                  <a:pt x="39598" y="1046099"/>
                </a:lnTo>
                <a:lnTo>
                  <a:pt x="39598" y="1065898"/>
                </a:lnTo>
                <a:close/>
              </a:path>
              <a:path extrusionOk="0" h="1085850" w="9031605">
                <a:moveTo>
                  <a:pt x="8991600" y="1065898"/>
                </a:moveTo>
                <a:lnTo>
                  <a:pt x="39598" y="1065898"/>
                </a:lnTo>
                <a:lnTo>
                  <a:pt x="39598" y="1046099"/>
                </a:lnTo>
                <a:lnTo>
                  <a:pt x="8991600" y="1046099"/>
                </a:lnTo>
                <a:lnTo>
                  <a:pt x="8991600" y="1065898"/>
                </a:lnTo>
                <a:close/>
              </a:path>
              <a:path extrusionOk="0" h="1085850" w="9031605">
                <a:moveTo>
                  <a:pt x="9031198" y="1065898"/>
                </a:moveTo>
                <a:lnTo>
                  <a:pt x="8991600" y="1065898"/>
                </a:lnTo>
                <a:lnTo>
                  <a:pt x="9011399" y="1046099"/>
                </a:lnTo>
                <a:lnTo>
                  <a:pt x="9031198" y="1046099"/>
                </a:lnTo>
                <a:lnTo>
                  <a:pt x="9031198" y="1065898"/>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 name="Google Shape;13;p14"/>
          <p:cNvSpPr txBox="1"/>
          <p:nvPr>
            <p:ph type="ctrTitle"/>
          </p:nvPr>
        </p:nvSpPr>
        <p:spPr>
          <a:xfrm>
            <a:off x="4715891" y="2792602"/>
            <a:ext cx="2760217" cy="60578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4"/>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15"/>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5"/>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 name="Google Shape;21;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16"/>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6"/>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16"/>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17"/>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1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600" u="none" cap="none" strike="noStrike">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ctrTitle"/>
          </p:nvPr>
        </p:nvSpPr>
        <p:spPr>
          <a:xfrm>
            <a:off x="4166550" y="2590800"/>
            <a:ext cx="3858897" cy="598241"/>
          </a:xfrm>
          <a:prstGeom prst="rect">
            <a:avLst/>
          </a:prstGeom>
          <a:noFill/>
          <a:ln>
            <a:noFill/>
          </a:ln>
        </p:spPr>
        <p:txBody>
          <a:bodyPr anchorCtr="0" anchor="t" bIns="0" lIns="0" spcFirstLastPara="1" rIns="0" wrap="square" tIns="13325">
            <a:spAutoFit/>
          </a:bodyPr>
          <a:lstStyle/>
          <a:p>
            <a:pPr indent="0" lvl="0" marL="14604" rtl="0" algn="l">
              <a:lnSpc>
                <a:spcPct val="100000"/>
              </a:lnSpc>
              <a:spcBef>
                <a:spcPts val="0"/>
              </a:spcBef>
              <a:spcAft>
                <a:spcPts val="0"/>
              </a:spcAft>
              <a:buNone/>
            </a:pPr>
            <a:r>
              <a:rPr lang="en-US" sz="3800"/>
              <a:t>PERATURAN SMP</a:t>
            </a:r>
            <a:endParaRPr sz="3800"/>
          </a:p>
        </p:txBody>
      </p:sp>
      <p:sp>
        <p:nvSpPr>
          <p:cNvPr id="45" name="Google Shape;45;p1"/>
          <p:cNvSpPr txBox="1"/>
          <p:nvPr/>
        </p:nvSpPr>
        <p:spPr>
          <a:xfrm>
            <a:off x="3352950" y="1432250"/>
            <a:ext cx="5409900" cy="6900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4400">
                <a:solidFill>
                  <a:srgbClr val="404040"/>
                </a:solidFill>
                <a:latin typeface="Trebuchet MS"/>
                <a:ea typeface="Trebuchet MS"/>
                <a:cs typeface="Trebuchet MS"/>
                <a:sym typeface="Trebuchet MS"/>
              </a:rPr>
              <a:t>FREE FIRE LADIES</a:t>
            </a:r>
            <a:endParaRPr sz="4400">
              <a:latin typeface="Trebuchet MS"/>
              <a:ea typeface="Trebuchet MS"/>
              <a:cs typeface="Trebuchet MS"/>
              <a:sym typeface="Trebuchet MS"/>
            </a:endParaRPr>
          </a:p>
        </p:txBody>
      </p:sp>
      <p:sp>
        <p:nvSpPr>
          <p:cNvPr id="46" name="Google Shape;46;p1"/>
          <p:cNvSpPr txBox="1"/>
          <p:nvPr/>
        </p:nvSpPr>
        <p:spPr>
          <a:xfrm>
            <a:off x="1524000" y="3657600"/>
            <a:ext cx="9067800" cy="56682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3600">
                <a:solidFill>
                  <a:srgbClr val="404040"/>
                </a:solidFill>
                <a:latin typeface="Trebuchet MS"/>
                <a:ea typeface="Trebuchet MS"/>
                <a:cs typeface="Trebuchet MS"/>
                <a:sym typeface="Trebuchet MS"/>
              </a:rPr>
              <a:t>PORJAR KOTA DENPASAR 2026</a:t>
            </a:r>
            <a:endParaRPr sz="3600">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 name="Shape 50"/>
        <p:cNvGrpSpPr/>
        <p:nvPr/>
      </p:nvGrpSpPr>
      <p:grpSpPr>
        <a:xfrm>
          <a:off x="0" y="0"/>
          <a:ext cx="0" cy="0"/>
          <a:chOff x="0" y="0"/>
          <a:chExt cx="0" cy="0"/>
        </a:xfrm>
      </p:grpSpPr>
      <p:sp>
        <p:nvSpPr>
          <p:cNvPr id="51" name="Google Shape;51;p2"/>
          <p:cNvSpPr/>
          <p:nvPr/>
        </p:nvSpPr>
        <p:spPr>
          <a:xfrm>
            <a:off x="1368425" y="457200"/>
            <a:ext cx="9455150" cy="792480"/>
          </a:xfrm>
          <a:custGeom>
            <a:rect b="b" l="l" r="r" t="t"/>
            <a:pathLst>
              <a:path extrusionOk="0" h="792480" w="9455150">
                <a:moveTo>
                  <a:pt x="9439732" y="792467"/>
                </a:moveTo>
                <a:lnTo>
                  <a:pt x="15240" y="792467"/>
                </a:lnTo>
                <a:lnTo>
                  <a:pt x="12268" y="792175"/>
                </a:lnTo>
                <a:lnTo>
                  <a:pt x="0" y="777239"/>
                </a:lnTo>
                <a:lnTo>
                  <a:pt x="0" y="15239"/>
                </a:lnTo>
                <a:lnTo>
                  <a:pt x="15240" y="0"/>
                </a:lnTo>
                <a:lnTo>
                  <a:pt x="9439732" y="0"/>
                </a:lnTo>
                <a:lnTo>
                  <a:pt x="9454972" y="15239"/>
                </a:lnTo>
                <a:lnTo>
                  <a:pt x="30480" y="15239"/>
                </a:lnTo>
                <a:lnTo>
                  <a:pt x="15240" y="30467"/>
                </a:lnTo>
                <a:lnTo>
                  <a:pt x="30480" y="30467"/>
                </a:lnTo>
                <a:lnTo>
                  <a:pt x="30480" y="761999"/>
                </a:lnTo>
                <a:lnTo>
                  <a:pt x="15240" y="761999"/>
                </a:lnTo>
                <a:lnTo>
                  <a:pt x="30480" y="777239"/>
                </a:lnTo>
                <a:lnTo>
                  <a:pt x="9454972" y="777239"/>
                </a:lnTo>
                <a:lnTo>
                  <a:pt x="9454680" y="780211"/>
                </a:lnTo>
                <a:lnTo>
                  <a:pt x="9442704" y="792175"/>
                </a:lnTo>
                <a:lnTo>
                  <a:pt x="9439732" y="792467"/>
                </a:lnTo>
                <a:close/>
              </a:path>
              <a:path extrusionOk="0" h="792480" w="9455150">
                <a:moveTo>
                  <a:pt x="30480" y="30467"/>
                </a:moveTo>
                <a:lnTo>
                  <a:pt x="15240" y="30467"/>
                </a:lnTo>
                <a:lnTo>
                  <a:pt x="30480" y="15239"/>
                </a:lnTo>
                <a:lnTo>
                  <a:pt x="30480" y="30467"/>
                </a:lnTo>
                <a:close/>
              </a:path>
              <a:path extrusionOk="0" h="792480" w="9455150">
                <a:moveTo>
                  <a:pt x="9424504" y="30467"/>
                </a:moveTo>
                <a:lnTo>
                  <a:pt x="30480" y="30467"/>
                </a:lnTo>
                <a:lnTo>
                  <a:pt x="30480" y="15239"/>
                </a:lnTo>
                <a:lnTo>
                  <a:pt x="9424504" y="15239"/>
                </a:lnTo>
                <a:lnTo>
                  <a:pt x="9424504" y="30467"/>
                </a:lnTo>
                <a:close/>
              </a:path>
              <a:path extrusionOk="0" h="792480" w="9455150">
                <a:moveTo>
                  <a:pt x="9424504" y="777239"/>
                </a:moveTo>
                <a:lnTo>
                  <a:pt x="9424504" y="15239"/>
                </a:lnTo>
                <a:lnTo>
                  <a:pt x="9439732" y="30467"/>
                </a:lnTo>
                <a:lnTo>
                  <a:pt x="9454972" y="30467"/>
                </a:lnTo>
                <a:lnTo>
                  <a:pt x="9454972" y="761999"/>
                </a:lnTo>
                <a:lnTo>
                  <a:pt x="9439732" y="761999"/>
                </a:lnTo>
                <a:lnTo>
                  <a:pt x="9424504" y="777239"/>
                </a:lnTo>
                <a:close/>
              </a:path>
              <a:path extrusionOk="0" h="792480" w="9455150">
                <a:moveTo>
                  <a:pt x="9454972" y="30467"/>
                </a:moveTo>
                <a:lnTo>
                  <a:pt x="9439732" y="30467"/>
                </a:lnTo>
                <a:lnTo>
                  <a:pt x="9424504" y="15239"/>
                </a:lnTo>
                <a:lnTo>
                  <a:pt x="9454972" y="15239"/>
                </a:lnTo>
                <a:lnTo>
                  <a:pt x="9454972" y="30467"/>
                </a:lnTo>
                <a:close/>
              </a:path>
              <a:path extrusionOk="0" h="792480" w="9455150">
                <a:moveTo>
                  <a:pt x="30480" y="777239"/>
                </a:moveTo>
                <a:lnTo>
                  <a:pt x="15240" y="761999"/>
                </a:lnTo>
                <a:lnTo>
                  <a:pt x="30480" y="761999"/>
                </a:lnTo>
                <a:lnTo>
                  <a:pt x="30480" y="777239"/>
                </a:lnTo>
                <a:close/>
              </a:path>
              <a:path extrusionOk="0" h="792480" w="9455150">
                <a:moveTo>
                  <a:pt x="9424504" y="777239"/>
                </a:moveTo>
                <a:lnTo>
                  <a:pt x="30480" y="777239"/>
                </a:lnTo>
                <a:lnTo>
                  <a:pt x="30480" y="761999"/>
                </a:lnTo>
                <a:lnTo>
                  <a:pt x="9424504" y="761999"/>
                </a:lnTo>
                <a:lnTo>
                  <a:pt x="9424504" y="777239"/>
                </a:lnTo>
                <a:close/>
              </a:path>
              <a:path extrusionOk="0" h="792480" w="9455150">
                <a:moveTo>
                  <a:pt x="9454972" y="777239"/>
                </a:moveTo>
                <a:lnTo>
                  <a:pt x="9424504" y="777239"/>
                </a:lnTo>
                <a:lnTo>
                  <a:pt x="9439732" y="761999"/>
                </a:lnTo>
                <a:lnTo>
                  <a:pt x="9454972" y="761999"/>
                </a:lnTo>
                <a:lnTo>
                  <a:pt x="9454972" y="7772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2" name="Google Shape;52;p2"/>
          <p:cNvSpPr txBox="1"/>
          <p:nvPr>
            <p:ph type="title"/>
          </p:nvPr>
        </p:nvSpPr>
        <p:spPr>
          <a:xfrm>
            <a:off x="3025140" y="566420"/>
            <a:ext cx="6141720" cy="574039"/>
          </a:xfrm>
          <a:prstGeom prst="rect">
            <a:avLst/>
          </a:prstGeom>
          <a:noFill/>
          <a:ln>
            <a:noFill/>
          </a:ln>
        </p:spPr>
        <p:txBody>
          <a:bodyPr anchorCtr="0" anchor="t" bIns="0" lIns="0" spcFirstLastPara="1" rIns="0" wrap="square" tIns="99700">
            <a:spAutoFit/>
          </a:bodyPr>
          <a:lstStyle/>
          <a:p>
            <a:pPr indent="0" lvl="0" marL="1492885" rtl="0" algn="l">
              <a:lnSpc>
                <a:spcPct val="100000"/>
              </a:lnSpc>
              <a:spcBef>
                <a:spcPts val="0"/>
              </a:spcBef>
              <a:spcAft>
                <a:spcPts val="0"/>
              </a:spcAft>
              <a:buNone/>
            </a:pPr>
            <a:r>
              <a:rPr lang="en-US" sz="2800"/>
              <a:t>PERATURAN UMUM</a:t>
            </a:r>
            <a:endParaRPr sz="2800"/>
          </a:p>
        </p:txBody>
      </p:sp>
      <p:sp>
        <p:nvSpPr>
          <p:cNvPr id="53" name="Google Shape;53;p2"/>
          <p:cNvSpPr txBox="1"/>
          <p:nvPr/>
        </p:nvSpPr>
        <p:spPr>
          <a:xfrm>
            <a:off x="1382395" y="1371600"/>
            <a:ext cx="9438000" cy="5202600"/>
          </a:xfrm>
          <a:prstGeom prst="rect">
            <a:avLst/>
          </a:prstGeom>
          <a:noFill/>
          <a:ln>
            <a:noFill/>
          </a:ln>
        </p:spPr>
        <p:txBody>
          <a:bodyPr anchorCtr="0" anchor="t" bIns="0" lIns="0" spcFirstLastPara="1" rIns="0" wrap="square" tIns="133975">
            <a:spAutoFit/>
          </a:bodyPr>
          <a:lstStyle/>
          <a:p>
            <a:pPr indent="-342900" lvl="0" marL="355600" rtl="0" algn="just">
              <a:lnSpc>
                <a:spcPct val="150000"/>
              </a:lnSpc>
              <a:spcBef>
                <a:spcPts val="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Seluruh peserta wajib bergender Wanita</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Seluruh peserta diwajibkan untuk mengerti dan mengikuti seluruh peraturan yang berlaku.</a:t>
            </a:r>
            <a:endParaRPr sz="1600">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Dilarang menggunakan program pihak ketiga atau program illegal yang dapat mengganggu proses berjalannya turnamen.</a:t>
            </a:r>
            <a:endParaRPr sz="1600">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Peserta sudah berkumpul di area pertandingan. Tidak ada toleransi keterlambatan,  jika satu tim terdapat pemain yang tidak hadir maka yang bermain hanya anggota tim yang berada di area pertandingan.</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83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Semua peserta wajib berada di area pertandingan.</a:t>
            </a:r>
            <a:endParaRPr sz="1600">
              <a:solidFill>
                <a:schemeClr val="dk1"/>
              </a:solidFill>
              <a:latin typeface="Times New Roman"/>
              <a:ea typeface="Times New Roman"/>
              <a:cs typeface="Times New Roman"/>
              <a:sym typeface="Times New Roman"/>
            </a:endParaRPr>
          </a:p>
          <a:p>
            <a:pPr indent="-342900" lvl="0" marL="355600" marR="583565" rtl="0" algn="just">
              <a:lnSpc>
                <a:spcPct val="150000"/>
              </a:lnSpc>
              <a:spcBef>
                <a:spcPts val="1725"/>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Segala bentuk kelalaian yang disebabkan oleh peserta adalah di luar tanggung jawab panitia. Contoh: Error device dan lainnya.</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725"/>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Seluruh peserta tidak diizinkan untuk menggunakan dan memakai bug dengan sengaja.</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725"/>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Panitia bisa memberikan diskualifikasi kepada peserta selama turnamen sewaktu- waktu jika ada tindakan yang melanggar peraturan dan kelakuan buruk oleh peserta</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 name="Shape 57"/>
        <p:cNvGrpSpPr/>
        <p:nvPr/>
      </p:nvGrpSpPr>
      <p:grpSpPr>
        <a:xfrm>
          <a:off x="0" y="0"/>
          <a:ext cx="0" cy="0"/>
          <a:chOff x="0" y="0"/>
          <a:chExt cx="0" cy="0"/>
        </a:xfrm>
      </p:grpSpPr>
      <p:sp>
        <p:nvSpPr>
          <p:cNvPr id="58" name="Google Shape;58;p3"/>
          <p:cNvSpPr/>
          <p:nvPr/>
        </p:nvSpPr>
        <p:spPr>
          <a:xfrm>
            <a:off x="2215895" y="594359"/>
            <a:ext cx="7760334" cy="792480"/>
          </a:xfrm>
          <a:custGeom>
            <a:rect b="b" l="l" r="r" t="t"/>
            <a:pathLst>
              <a:path extrusionOk="0" h="792480" w="7760334">
                <a:moveTo>
                  <a:pt x="7745044" y="792479"/>
                </a:moveTo>
                <a:lnTo>
                  <a:pt x="15240" y="792479"/>
                </a:lnTo>
                <a:lnTo>
                  <a:pt x="12268" y="792187"/>
                </a:lnTo>
                <a:lnTo>
                  <a:pt x="0" y="777239"/>
                </a:lnTo>
                <a:lnTo>
                  <a:pt x="0" y="15239"/>
                </a:lnTo>
                <a:lnTo>
                  <a:pt x="15240" y="0"/>
                </a:lnTo>
                <a:lnTo>
                  <a:pt x="7745044" y="0"/>
                </a:lnTo>
                <a:lnTo>
                  <a:pt x="7760271" y="15239"/>
                </a:lnTo>
                <a:lnTo>
                  <a:pt x="30480" y="15239"/>
                </a:lnTo>
                <a:lnTo>
                  <a:pt x="15240" y="30479"/>
                </a:lnTo>
                <a:lnTo>
                  <a:pt x="30480" y="30479"/>
                </a:lnTo>
                <a:lnTo>
                  <a:pt x="30480" y="761999"/>
                </a:lnTo>
                <a:lnTo>
                  <a:pt x="15240" y="761999"/>
                </a:lnTo>
                <a:lnTo>
                  <a:pt x="30480" y="777239"/>
                </a:lnTo>
                <a:lnTo>
                  <a:pt x="7760271" y="777239"/>
                </a:lnTo>
                <a:lnTo>
                  <a:pt x="7759979" y="780211"/>
                </a:lnTo>
                <a:lnTo>
                  <a:pt x="7748015" y="792187"/>
                </a:lnTo>
                <a:lnTo>
                  <a:pt x="7745044" y="792479"/>
                </a:lnTo>
                <a:close/>
              </a:path>
              <a:path extrusionOk="0" h="792480" w="7760334">
                <a:moveTo>
                  <a:pt x="30480" y="30479"/>
                </a:moveTo>
                <a:lnTo>
                  <a:pt x="15240" y="30479"/>
                </a:lnTo>
                <a:lnTo>
                  <a:pt x="30480" y="15239"/>
                </a:lnTo>
                <a:lnTo>
                  <a:pt x="30480" y="30479"/>
                </a:lnTo>
                <a:close/>
              </a:path>
              <a:path extrusionOk="0" h="792480" w="7760334">
                <a:moveTo>
                  <a:pt x="7729804" y="30479"/>
                </a:moveTo>
                <a:lnTo>
                  <a:pt x="30480" y="30479"/>
                </a:lnTo>
                <a:lnTo>
                  <a:pt x="30480" y="15239"/>
                </a:lnTo>
                <a:lnTo>
                  <a:pt x="7729804" y="15239"/>
                </a:lnTo>
                <a:lnTo>
                  <a:pt x="7729804" y="30479"/>
                </a:lnTo>
                <a:close/>
              </a:path>
              <a:path extrusionOk="0" h="792480" w="7760334">
                <a:moveTo>
                  <a:pt x="7729804" y="777239"/>
                </a:moveTo>
                <a:lnTo>
                  <a:pt x="7729804" y="15239"/>
                </a:lnTo>
                <a:lnTo>
                  <a:pt x="7745044" y="30479"/>
                </a:lnTo>
                <a:lnTo>
                  <a:pt x="7760271" y="30479"/>
                </a:lnTo>
                <a:lnTo>
                  <a:pt x="7760271" y="762000"/>
                </a:lnTo>
                <a:lnTo>
                  <a:pt x="7745044" y="761999"/>
                </a:lnTo>
                <a:lnTo>
                  <a:pt x="7729804" y="777239"/>
                </a:lnTo>
                <a:close/>
              </a:path>
              <a:path extrusionOk="0" h="792480" w="7760334">
                <a:moveTo>
                  <a:pt x="7760271" y="30479"/>
                </a:moveTo>
                <a:lnTo>
                  <a:pt x="7745044" y="30479"/>
                </a:lnTo>
                <a:lnTo>
                  <a:pt x="7729804" y="15239"/>
                </a:lnTo>
                <a:lnTo>
                  <a:pt x="7760271" y="15239"/>
                </a:lnTo>
                <a:lnTo>
                  <a:pt x="7760271" y="30479"/>
                </a:lnTo>
                <a:close/>
              </a:path>
              <a:path extrusionOk="0" h="792480" w="7760334">
                <a:moveTo>
                  <a:pt x="30480" y="777239"/>
                </a:moveTo>
                <a:lnTo>
                  <a:pt x="15240" y="761999"/>
                </a:lnTo>
                <a:lnTo>
                  <a:pt x="30480" y="761999"/>
                </a:lnTo>
                <a:lnTo>
                  <a:pt x="30480" y="777239"/>
                </a:lnTo>
                <a:close/>
              </a:path>
              <a:path extrusionOk="0" h="792480" w="7760334">
                <a:moveTo>
                  <a:pt x="7729804" y="777239"/>
                </a:moveTo>
                <a:lnTo>
                  <a:pt x="30480" y="777239"/>
                </a:lnTo>
                <a:lnTo>
                  <a:pt x="30480" y="761999"/>
                </a:lnTo>
                <a:lnTo>
                  <a:pt x="7729804" y="761999"/>
                </a:lnTo>
                <a:lnTo>
                  <a:pt x="7729804" y="777239"/>
                </a:lnTo>
                <a:close/>
              </a:path>
              <a:path extrusionOk="0" h="792480" w="7760334">
                <a:moveTo>
                  <a:pt x="7760271" y="777239"/>
                </a:moveTo>
                <a:lnTo>
                  <a:pt x="7729804" y="777239"/>
                </a:lnTo>
                <a:lnTo>
                  <a:pt x="7745044" y="761999"/>
                </a:lnTo>
                <a:lnTo>
                  <a:pt x="7760271" y="762000"/>
                </a:lnTo>
                <a:lnTo>
                  <a:pt x="7760271" y="7772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9" name="Google Shape;59;p3"/>
          <p:cNvSpPr txBox="1"/>
          <p:nvPr>
            <p:ph type="title"/>
          </p:nvPr>
        </p:nvSpPr>
        <p:spPr>
          <a:xfrm>
            <a:off x="4472305" y="764857"/>
            <a:ext cx="3247390"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t>PERATURAN UMUM</a:t>
            </a:r>
            <a:endParaRPr sz="2800"/>
          </a:p>
        </p:txBody>
      </p:sp>
      <p:sp>
        <p:nvSpPr>
          <p:cNvPr id="60" name="Google Shape;60;p3"/>
          <p:cNvSpPr txBox="1"/>
          <p:nvPr/>
        </p:nvSpPr>
        <p:spPr>
          <a:xfrm>
            <a:off x="2296426" y="1511300"/>
            <a:ext cx="7679803" cy="4766498"/>
          </a:xfrm>
          <a:prstGeom prst="rect">
            <a:avLst/>
          </a:prstGeom>
          <a:noFill/>
          <a:ln>
            <a:noFill/>
          </a:ln>
        </p:spPr>
        <p:txBody>
          <a:bodyPr anchorCtr="0" anchor="t" bIns="0" lIns="0" spcFirstLastPara="1" rIns="0" wrap="square" tIns="12700">
            <a:spAutoFit/>
          </a:bodyPr>
          <a:lstStyle/>
          <a:p>
            <a:pPr indent="-342900" lvl="0" marL="355600" rtl="0" algn="l">
              <a:lnSpc>
                <a:spcPct val="150000"/>
              </a:lnSpc>
              <a:spcBef>
                <a:spcPts val="0"/>
              </a:spcBef>
              <a:spcAft>
                <a:spcPts val="0"/>
              </a:spcAft>
              <a:buSzPts val="2000"/>
              <a:buFont typeface="Calibri"/>
              <a:buAutoNum type="arabicPeriod"/>
            </a:pPr>
            <a:r>
              <a:rPr lang="en-US" sz="2000">
                <a:latin typeface="Times New Roman"/>
                <a:ea typeface="Times New Roman"/>
                <a:cs typeface="Times New Roman"/>
                <a:sym typeface="Times New Roman"/>
              </a:rPr>
              <a:t>Panitia bisa memberikan diskualifikasi kepada peserta selama turnamen</a:t>
            </a:r>
            <a:endParaRPr sz="2000">
              <a:latin typeface="Times New Roman"/>
              <a:ea typeface="Times New Roman"/>
              <a:cs typeface="Times New Roman"/>
              <a:sym typeface="Times New Roman"/>
            </a:endParaRPr>
          </a:p>
          <a:p>
            <a:pPr indent="-342900" lvl="0" marL="355600" rtl="0" algn="l">
              <a:lnSpc>
                <a:spcPct val="150000"/>
              </a:lnSpc>
              <a:spcBef>
                <a:spcPts val="100"/>
              </a:spcBef>
              <a:spcAft>
                <a:spcPts val="0"/>
              </a:spcAft>
              <a:buSzPts val="2000"/>
              <a:buFont typeface="Calibri"/>
              <a:buAutoNum type="arabicPeriod"/>
            </a:pPr>
            <a:r>
              <a:rPr lang="en-US" sz="2000">
                <a:latin typeface="Times New Roman"/>
                <a:ea typeface="Times New Roman"/>
                <a:cs typeface="Times New Roman"/>
                <a:sym typeface="Times New Roman"/>
              </a:rPr>
              <a:t>sewaktu-waktu jika ada tindakan yang melanggar peraturan dan kelakuan buruk oleh peserta.</a:t>
            </a:r>
            <a:endParaRPr/>
          </a:p>
          <a:p>
            <a:pPr indent="-342900" lvl="0" marL="356235" marR="823594" rtl="0" algn="l">
              <a:lnSpc>
                <a:spcPct val="150000"/>
              </a:lnSpc>
              <a:spcBef>
                <a:spcPts val="1445"/>
              </a:spcBef>
              <a:spcAft>
                <a:spcPts val="0"/>
              </a:spcAft>
              <a:buSzPts val="2000"/>
              <a:buFont typeface="Calibri"/>
              <a:buAutoNum type="arabicPeriod"/>
            </a:pPr>
            <a:r>
              <a:rPr lang="en-US" sz="2000">
                <a:latin typeface="Times New Roman"/>
                <a:ea typeface="Times New Roman"/>
                <a:cs typeface="Times New Roman"/>
                <a:sym typeface="Times New Roman"/>
              </a:rPr>
              <a:t>Hanya Ketua atau Perwakilan Team yang bergabung dalam Group Whatsapp.</a:t>
            </a:r>
            <a:endParaRPr/>
          </a:p>
          <a:p>
            <a:pPr indent="-342900" lvl="0" marL="35623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Peserta diwajibkan untuk berada di sekitar area pertandingan.</a:t>
            </a:r>
            <a:endParaRPr/>
          </a:p>
          <a:p>
            <a:pPr indent="-342900" lvl="0" marL="356235" marR="65341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Setelah menyelesaikan pertandingan, segera kirim screenshoot hasil pertandingan</a:t>
            </a:r>
            <a:endParaRPr sz="2000">
              <a:latin typeface="Times New Roman"/>
              <a:ea typeface="Times New Roman"/>
              <a:cs typeface="Times New Roman"/>
              <a:sym typeface="Times New Roman"/>
            </a:endParaRPr>
          </a:p>
          <a:p>
            <a:pPr indent="-342900" lvl="0" marL="356235" marR="65341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PANITIA HANYA MENYEDIAKAN CUK ROLL SUMBER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 name="Shape 64"/>
        <p:cNvGrpSpPr/>
        <p:nvPr/>
      </p:nvGrpSpPr>
      <p:grpSpPr>
        <a:xfrm>
          <a:off x="0" y="0"/>
          <a:ext cx="0" cy="0"/>
          <a:chOff x="0" y="0"/>
          <a:chExt cx="0" cy="0"/>
        </a:xfrm>
      </p:grpSpPr>
      <p:sp>
        <p:nvSpPr>
          <p:cNvPr id="65" name="Google Shape;65;p4"/>
          <p:cNvSpPr/>
          <p:nvPr/>
        </p:nvSpPr>
        <p:spPr>
          <a:xfrm>
            <a:off x="2083117" y="356359"/>
            <a:ext cx="7761605" cy="1220470"/>
          </a:xfrm>
          <a:custGeom>
            <a:rect b="b" l="l" r="r" t="t"/>
            <a:pathLst>
              <a:path extrusionOk="0" h="1220470" w="7761605">
                <a:moveTo>
                  <a:pt x="7761478" y="0"/>
                </a:moveTo>
                <a:lnTo>
                  <a:pt x="7729728" y="0"/>
                </a:lnTo>
                <a:lnTo>
                  <a:pt x="7729728" y="31750"/>
                </a:lnTo>
                <a:lnTo>
                  <a:pt x="7729728" y="1188720"/>
                </a:lnTo>
                <a:lnTo>
                  <a:pt x="31750" y="1188720"/>
                </a:lnTo>
                <a:lnTo>
                  <a:pt x="31750" y="31750"/>
                </a:lnTo>
                <a:lnTo>
                  <a:pt x="7729728" y="31750"/>
                </a:lnTo>
                <a:lnTo>
                  <a:pt x="7729728" y="0"/>
                </a:lnTo>
                <a:lnTo>
                  <a:pt x="0" y="0"/>
                </a:lnTo>
                <a:lnTo>
                  <a:pt x="0" y="1220470"/>
                </a:lnTo>
                <a:lnTo>
                  <a:pt x="7761478" y="1220470"/>
                </a:lnTo>
                <a:lnTo>
                  <a:pt x="7761478" y="1204595"/>
                </a:lnTo>
                <a:lnTo>
                  <a:pt x="7761478" y="1188720"/>
                </a:lnTo>
                <a:lnTo>
                  <a:pt x="7761478" y="31750"/>
                </a:lnTo>
                <a:lnTo>
                  <a:pt x="7761478" y="15875"/>
                </a:lnTo>
                <a:lnTo>
                  <a:pt x="7761478" y="0"/>
                </a:lnTo>
                <a:close/>
              </a:path>
            </a:pathLst>
          </a:custGeom>
          <a:solidFill>
            <a:srgbClr val="3D3D3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6" name="Google Shape;66;p4"/>
          <p:cNvSpPr txBox="1"/>
          <p:nvPr>
            <p:ph type="title"/>
          </p:nvPr>
        </p:nvSpPr>
        <p:spPr>
          <a:xfrm>
            <a:off x="1524000" y="767716"/>
            <a:ext cx="7506716" cy="451484"/>
          </a:xfrm>
          <a:prstGeom prst="rect">
            <a:avLst/>
          </a:prstGeom>
          <a:noFill/>
          <a:ln>
            <a:noFill/>
          </a:ln>
        </p:spPr>
        <p:txBody>
          <a:bodyPr anchorCtr="0" anchor="t" bIns="0" lIns="0" spcFirstLastPara="1" rIns="0" wrap="square" tIns="12050">
            <a:spAutoFit/>
          </a:bodyPr>
          <a:lstStyle/>
          <a:p>
            <a:pPr indent="0" lvl="0" marL="2235835" rtl="0" algn="l">
              <a:lnSpc>
                <a:spcPct val="100000"/>
              </a:lnSpc>
              <a:spcBef>
                <a:spcPts val="0"/>
              </a:spcBef>
              <a:spcAft>
                <a:spcPts val="0"/>
              </a:spcAft>
              <a:buNone/>
            </a:pPr>
            <a:r>
              <a:rPr lang="en-US" sz="2800">
                <a:solidFill>
                  <a:srgbClr val="222222"/>
                </a:solidFill>
              </a:rPr>
              <a:t>KETENTUAN	PESERTA</a:t>
            </a:r>
            <a:endParaRPr sz="2800"/>
          </a:p>
        </p:txBody>
      </p:sp>
      <p:sp>
        <p:nvSpPr>
          <p:cNvPr id="67" name="Google Shape;67;p4"/>
          <p:cNvSpPr txBox="1"/>
          <p:nvPr/>
        </p:nvSpPr>
        <p:spPr>
          <a:xfrm>
            <a:off x="2023745" y="1828800"/>
            <a:ext cx="7880350" cy="3920753"/>
          </a:xfrm>
          <a:prstGeom prst="rect">
            <a:avLst/>
          </a:prstGeom>
          <a:noFill/>
          <a:ln>
            <a:noFill/>
          </a:ln>
        </p:spPr>
        <p:txBody>
          <a:bodyPr anchorCtr="0" anchor="t" bIns="0" lIns="0" spcFirstLastPara="1" rIns="0" wrap="square" tIns="13325">
            <a:spAutoFit/>
          </a:bodyPr>
          <a:lstStyle/>
          <a:p>
            <a:pPr indent="-457200" lvl="0" marL="469900" marR="8255" rtl="0" algn="just">
              <a:lnSpc>
                <a:spcPct val="150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Komposisi pemain dalam satu tim wajib siswa aktif dari satu sekolah yang sama</a:t>
            </a:r>
            <a:endParaRPr/>
          </a:p>
          <a:p>
            <a:pPr indent="-457200" lvl="0" marL="469900" marR="508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Peserta wajib menggunakan pakaian seragam sekolah dan menggunakan sepatu (WAJIB 1 TEAM MENGGUNAKAN 1 VARIASI PAKAIAN SEKOLAH TIDAK ADA YANG BERBEDA)</a:t>
            </a:r>
            <a:endParaRPr b="1" sz="2000">
              <a:latin typeface="Times New Roman"/>
              <a:ea typeface="Times New Roman"/>
              <a:cs typeface="Times New Roman"/>
              <a:sym typeface="Times New Roman"/>
            </a:endParaRPr>
          </a:p>
          <a:p>
            <a:pPr indent="-457200" lvl="0" marL="469900" marR="1905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Peserta wajib membawa penanda identitas diri yaitu KARTU PELAJAR/ RAPOT DAN SURAT KETERANGAN SEKOLAH</a:t>
            </a:r>
            <a:endParaRPr b="1" sz="2000">
              <a:latin typeface="Times New Roman"/>
              <a:ea typeface="Times New Roman"/>
              <a:cs typeface="Times New Roman"/>
              <a:sym typeface="Times New Roman"/>
            </a:endParaRPr>
          </a:p>
          <a:p>
            <a:pPr indent="-457200" lvl="0" marL="46990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Setiap Pemain hanya bisa bermain di satu tim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 name="Shape 71"/>
        <p:cNvGrpSpPr/>
        <p:nvPr/>
      </p:nvGrpSpPr>
      <p:grpSpPr>
        <a:xfrm>
          <a:off x="0" y="0"/>
          <a:ext cx="0" cy="0"/>
          <a:chOff x="0" y="0"/>
          <a:chExt cx="0" cy="0"/>
        </a:xfrm>
      </p:grpSpPr>
      <p:sp>
        <p:nvSpPr>
          <p:cNvPr id="72" name="Google Shape;72;p5"/>
          <p:cNvSpPr/>
          <p:nvPr/>
        </p:nvSpPr>
        <p:spPr>
          <a:xfrm>
            <a:off x="2294754" y="381101"/>
            <a:ext cx="7760334" cy="812800"/>
          </a:xfrm>
          <a:custGeom>
            <a:rect b="b" l="l" r="r" t="t"/>
            <a:pathLst>
              <a:path extrusionOk="0" h="812800" w="7760334">
                <a:moveTo>
                  <a:pt x="7745044" y="812279"/>
                </a:moveTo>
                <a:lnTo>
                  <a:pt x="15240" y="812279"/>
                </a:lnTo>
                <a:lnTo>
                  <a:pt x="12268" y="811987"/>
                </a:lnTo>
                <a:lnTo>
                  <a:pt x="0" y="797039"/>
                </a:lnTo>
                <a:lnTo>
                  <a:pt x="0" y="15240"/>
                </a:lnTo>
                <a:lnTo>
                  <a:pt x="15240" y="0"/>
                </a:lnTo>
                <a:lnTo>
                  <a:pt x="7745044" y="0"/>
                </a:lnTo>
                <a:lnTo>
                  <a:pt x="7760271" y="15240"/>
                </a:lnTo>
                <a:lnTo>
                  <a:pt x="30480" y="15240"/>
                </a:lnTo>
                <a:lnTo>
                  <a:pt x="15240" y="30480"/>
                </a:lnTo>
                <a:lnTo>
                  <a:pt x="30480" y="30480"/>
                </a:lnTo>
                <a:lnTo>
                  <a:pt x="30480" y="781799"/>
                </a:lnTo>
                <a:lnTo>
                  <a:pt x="15240" y="781799"/>
                </a:lnTo>
                <a:lnTo>
                  <a:pt x="30480" y="797039"/>
                </a:lnTo>
                <a:lnTo>
                  <a:pt x="7760271" y="797039"/>
                </a:lnTo>
                <a:lnTo>
                  <a:pt x="7759979" y="800011"/>
                </a:lnTo>
                <a:lnTo>
                  <a:pt x="7748015" y="811987"/>
                </a:lnTo>
                <a:lnTo>
                  <a:pt x="7745044" y="812279"/>
                </a:lnTo>
                <a:close/>
              </a:path>
              <a:path extrusionOk="0" h="812800" w="7760334">
                <a:moveTo>
                  <a:pt x="30480" y="30480"/>
                </a:moveTo>
                <a:lnTo>
                  <a:pt x="15240" y="30480"/>
                </a:lnTo>
                <a:lnTo>
                  <a:pt x="30480" y="15240"/>
                </a:lnTo>
                <a:lnTo>
                  <a:pt x="30480" y="30480"/>
                </a:lnTo>
                <a:close/>
              </a:path>
              <a:path extrusionOk="0" h="812800" w="7760334">
                <a:moveTo>
                  <a:pt x="7729804" y="30480"/>
                </a:moveTo>
                <a:lnTo>
                  <a:pt x="30480" y="30480"/>
                </a:lnTo>
                <a:lnTo>
                  <a:pt x="30480" y="15240"/>
                </a:lnTo>
                <a:lnTo>
                  <a:pt x="7729804" y="15240"/>
                </a:lnTo>
                <a:lnTo>
                  <a:pt x="7729804" y="30480"/>
                </a:lnTo>
                <a:close/>
              </a:path>
              <a:path extrusionOk="0" h="812800" w="7760334">
                <a:moveTo>
                  <a:pt x="7729804" y="797039"/>
                </a:moveTo>
                <a:lnTo>
                  <a:pt x="7729804" y="15240"/>
                </a:lnTo>
                <a:lnTo>
                  <a:pt x="7745044" y="30480"/>
                </a:lnTo>
                <a:lnTo>
                  <a:pt x="7760271" y="30480"/>
                </a:lnTo>
                <a:lnTo>
                  <a:pt x="7760271" y="781799"/>
                </a:lnTo>
                <a:lnTo>
                  <a:pt x="7745044" y="781799"/>
                </a:lnTo>
                <a:lnTo>
                  <a:pt x="7729804" y="797039"/>
                </a:lnTo>
                <a:close/>
              </a:path>
              <a:path extrusionOk="0" h="812800" w="7760334">
                <a:moveTo>
                  <a:pt x="7760271" y="30480"/>
                </a:moveTo>
                <a:lnTo>
                  <a:pt x="7745044" y="30480"/>
                </a:lnTo>
                <a:lnTo>
                  <a:pt x="7729804" y="15240"/>
                </a:lnTo>
                <a:lnTo>
                  <a:pt x="7760271" y="15240"/>
                </a:lnTo>
                <a:lnTo>
                  <a:pt x="7760271" y="30480"/>
                </a:lnTo>
                <a:close/>
              </a:path>
              <a:path extrusionOk="0" h="812800" w="7760334">
                <a:moveTo>
                  <a:pt x="30480" y="797039"/>
                </a:moveTo>
                <a:lnTo>
                  <a:pt x="15240" y="781799"/>
                </a:lnTo>
                <a:lnTo>
                  <a:pt x="30480" y="781799"/>
                </a:lnTo>
                <a:lnTo>
                  <a:pt x="30480" y="797039"/>
                </a:lnTo>
                <a:close/>
              </a:path>
              <a:path extrusionOk="0" h="812800" w="7760334">
                <a:moveTo>
                  <a:pt x="7729804" y="797039"/>
                </a:moveTo>
                <a:lnTo>
                  <a:pt x="30480" y="797039"/>
                </a:lnTo>
                <a:lnTo>
                  <a:pt x="30480" y="781799"/>
                </a:lnTo>
                <a:lnTo>
                  <a:pt x="7729804" y="781799"/>
                </a:lnTo>
                <a:lnTo>
                  <a:pt x="7729804" y="797039"/>
                </a:lnTo>
                <a:close/>
              </a:path>
              <a:path extrusionOk="0" h="812800" w="7760334">
                <a:moveTo>
                  <a:pt x="7760271" y="797039"/>
                </a:moveTo>
                <a:lnTo>
                  <a:pt x="7729804" y="797039"/>
                </a:lnTo>
                <a:lnTo>
                  <a:pt x="7745044" y="781799"/>
                </a:lnTo>
                <a:lnTo>
                  <a:pt x="7760271" y="781799"/>
                </a:lnTo>
                <a:lnTo>
                  <a:pt x="7760271" y="7970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 name="Google Shape;73;p5"/>
          <p:cNvSpPr txBox="1"/>
          <p:nvPr>
            <p:ph type="title"/>
          </p:nvPr>
        </p:nvSpPr>
        <p:spPr>
          <a:xfrm>
            <a:off x="3329940" y="530326"/>
            <a:ext cx="5532120"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3200"/>
              <a:t>PENALTI/DISKUALIFIKASI/WO</a:t>
            </a:r>
            <a:endParaRPr sz="3200"/>
          </a:p>
        </p:txBody>
      </p:sp>
      <p:sp>
        <p:nvSpPr>
          <p:cNvPr id="74" name="Google Shape;74;p5"/>
          <p:cNvSpPr txBox="1"/>
          <p:nvPr/>
        </p:nvSpPr>
        <p:spPr>
          <a:xfrm>
            <a:off x="2297099" y="1371600"/>
            <a:ext cx="7758000" cy="5112900"/>
          </a:xfrm>
          <a:prstGeom prst="rect">
            <a:avLst/>
          </a:prstGeom>
          <a:noFill/>
          <a:ln>
            <a:noFill/>
          </a:ln>
        </p:spPr>
        <p:txBody>
          <a:bodyPr anchorCtr="0" anchor="t" bIns="0" lIns="0" spcFirstLastPara="1" rIns="0" wrap="square" tIns="12700">
            <a:spAutoFit/>
          </a:bodyPr>
          <a:lstStyle/>
          <a:p>
            <a:pPr indent="-342900" lvl="0" marL="457200" marR="386080" rtl="0" algn="l">
              <a:lnSpc>
                <a:spcPct val="109900"/>
              </a:lnSpc>
              <a:spcBef>
                <a:spcPts val="0"/>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Jika peserta bermain menggunakan ID lain tanpa konfirmasi ke panitia, maka peserta bisa didiskualifikasi.</a:t>
            </a:r>
            <a:endParaRPr>
              <a:solidFill>
                <a:schemeClr val="dk1"/>
              </a:solidFill>
            </a:endParaRPr>
          </a:p>
          <a:p>
            <a:pPr indent="-342900" lvl="0" marL="457200" marR="5080" rtl="0" algn="just">
              <a:lnSpc>
                <a:spcPct val="103899"/>
              </a:lnSpc>
              <a:spcBef>
                <a:spcPts val="1100"/>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Jika melewati waktu keterlambatan maka akan di diskualifikasi Jika ada peserta yang ketahuan memakai program ilegal, peserta tersebut akan diberikan sanksi berupa ban ID, diskualifikasi dan hak untuk keikutsertaan dalam turnamen komunitas.</a:t>
            </a:r>
            <a:endParaRPr>
              <a:solidFill>
                <a:schemeClr val="dk1"/>
              </a:solidFill>
            </a:endParaRPr>
          </a:p>
          <a:p>
            <a:pPr indent="-342900" lvl="0" marL="457200" marR="717550" rtl="0" algn="l">
              <a:lnSpc>
                <a:spcPct val="100800"/>
              </a:lnSpc>
              <a:spcBef>
                <a:spcPts val="1080"/>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Jika ketahuan menggunakan bug secara sengaja oleh pihak panitia maka peserta tersebut akan di diskualifikasi.</a:t>
            </a:r>
            <a:endParaRPr>
              <a:solidFill>
                <a:schemeClr val="dk1"/>
              </a:solidFill>
            </a:endParaRPr>
          </a:p>
          <a:p>
            <a:pPr indent="-342900" lvl="0" marL="457200" marR="202565" rtl="0" algn="l">
              <a:lnSpc>
                <a:spcPct val="115900"/>
              </a:lnSpc>
              <a:spcBef>
                <a:spcPts val="620"/>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Panitia berhak mendiskualifikasi pemain yang bertindak kasar atau tidak sopan terhadap sesama player atau panitia</a:t>
            </a:r>
            <a:endParaRPr>
              <a:solidFill>
                <a:schemeClr val="dk1"/>
              </a:solidFill>
            </a:endParaRPr>
          </a:p>
          <a:p>
            <a:pPr indent="-342900" lvl="0" marL="457200" marR="274955" rtl="0" algn="l">
              <a:lnSpc>
                <a:spcPct val="106000"/>
              </a:lnSpc>
              <a:spcBef>
                <a:spcPts val="1060"/>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Pelanggaran Format Turnamen akan diberikan 1x peringatan, jika mendapatkan 2x peringatan akan terkena pengurangan point sebesar (-20) dan untuk peringatan 3x akan dikeluarkan dari area pertandingan pada Match yang sedang berlangsung.</a:t>
            </a:r>
            <a:endParaRPr>
              <a:solidFill>
                <a:schemeClr val="dk1"/>
              </a:solidFill>
            </a:endParaRPr>
          </a:p>
          <a:p>
            <a:pPr indent="-342900" lvl="0" marL="457200" rtl="0" algn="l">
              <a:spcBef>
                <a:spcPts val="1495"/>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Peserta dilarang bermain pada lebih dari satu tim.</a:t>
            </a:r>
            <a:endParaRPr sz="18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 name="Shape 78"/>
        <p:cNvGrpSpPr/>
        <p:nvPr/>
      </p:nvGrpSpPr>
      <p:grpSpPr>
        <a:xfrm>
          <a:off x="0" y="0"/>
          <a:ext cx="0" cy="0"/>
          <a:chOff x="0" y="0"/>
          <a:chExt cx="0" cy="0"/>
        </a:xfrm>
      </p:grpSpPr>
      <p:sp>
        <p:nvSpPr>
          <p:cNvPr id="79" name="Google Shape;79;p6"/>
          <p:cNvSpPr/>
          <p:nvPr/>
        </p:nvSpPr>
        <p:spPr>
          <a:xfrm>
            <a:off x="2345372" y="1441703"/>
            <a:ext cx="7630795" cy="673100"/>
          </a:xfrm>
          <a:custGeom>
            <a:rect b="b" l="l" r="r" t="t"/>
            <a:pathLst>
              <a:path extrusionOk="0" h="673100" w="7630795">
                <a:moveTo>
                  <a:pt x="7615555" y="672960"/>
                </a:moveTo>
                <a:lnTo>
                  <a:pt x="15239" y="672960"/>
                </a:lnTo>
                <a:lnTo>
                  <a:pt x="12268" y="672668"/>
                </a:lnTo>
                <a:lnTo>
                  <a:pt x="0" y="657720"/>
                </a:lnTo>
                <a:lnTo>
                  <a:pt x="0" y="15240"/>
                </a:lnTo>
                <a:lnTo>
                  <a:pt x="15239" y="0"/>
                </a:lnTo>
                <a:lnTo>
                  <a:pt x="7615555" y="0"/>
                </a:lnTo>
                <a:lnTo>
                  <a:pt x="7630794" y="15240"/>
                </a:lnTo>
                <a:lnTo>
                  <a:pt x="30479" y="15240"/>
                </a:lnTo>
                <a:lnTo>
                  <a:pt x="15239" y="30480"/>
                </a:lnTo>
                <a:lnTo>
                  <a:pt x="30479" y="30480"/>
                </a:lnTo>
                <a:lnTo>
                  <a:pt x="30479" y="642480"/>
                </a:lnTo>
                <a:lnTo>
                  <a:pt x="15239" y="642480"/>
                </a:lnTo>
                <a:lnTo>
                  <a:pt x="30479" y="657720"/>
                </a:lnTo>
                <a:lnTo>
                  <a:pt x="7630794" y="657720"/>
                </a:lnTo>
                <a:lnTo>
                  <a:pt x="7630502" y="660692"/>
                </a:lnTo>
                <a:lnTo>
                  <a:pt x="7618526" y="672668"/>
                </a:lnTo>
                <a:lnTo>
                  <a:pt x="7615555" y="672960"/>
                </a:lnTo>
                <a:close/>
              </a:path>
              <a:path extrusionOk="0" h="673100" w="7630795">
                <a:moveTo>
                  <a:pt x="30479" y="30480"/>
                </a:moveTo>
                <a:lnTo>
                  <a:pt x="15239" y="30480"/>
                </a:lnTo>
                <a:lnTo>
                  <a:pt x="30479" y="15240"/>
                </a:lnTo>
                <a:lnTo>
                  <a:pt x="30479" y="30480"/>
                </a:lnTo>
                <a:close/>
              </a:path>
              <a:path extrusionOk="0" h="673100" w="7630795">
                <a:moveTo>
                  <a:pt x="7600315" y="30480"/>
                </a:moveTo>
                <a:lnTo>
                  <a:pt x="30479" y="30480"/>
                </a:lnTo>
                <a:lnTo>
                  <a:pt x="30479" y="15240"/>
                </a:lnTo>
                <a:lnTo>
                  <a:pt x="7600315" y="15240"/>
                </a:lnTo>
                <a:lnTo>
                  <a:pt x="7600315" y="30480"/>
                </a:lnTo>
                <a:close/>
              </a:path>
              <a:path extrusionOk="0" h="673100" w="7630795">
                <a:moveTo>
                  <a:pt x="7600315" y="657720"/>
                </a:moveTo>
                <a:lnTo>
                  <a:pt x="7600315" y="15240"/>
                </a:lnTo>
                <a:lnTo>
                  <a:pt x="7615555" y="30480"/>
                </a:lnTo>
                <a:lnTo>
                  <a:pt x="7630794" y="30480"/>
                </a:lnTo>
                <a:lnTo>
                  <a:pt x="7630794" y="642480"/>
                </a:lnTo>
                <a:lnTo>
                  <a:pt x="7615555" y="642480"/>
                </a:lnTo>
                <a:lnTo>
                  <a:pt x="7600315" y="657720"/>
                </a:lnTo>
                <a:close/>
              </a:path>
              <a:path extrusionOk="0" h="673100" w="7630795">
                <a:moveTo>
                  <a:pt x="7630794" y="30480"/>
                </a:moveTo>
                <a:lnTo>
                  <a:pt x="7615555" y="30480"/>
                </a:lnTo>
                <a:lnTo>
                  <a:pt x="7600315" y="15240"/>
                </a:lnTo>
                <a:lnTo>
                  <a:pt x="7630794" y="15240"/>
                </a:lnTo>
                <a:lnTo>
                  <a:pt x="7630794" y="30480"/>
                </a:lnTo>
                <a:close/>
              </a:path>
              <a:path extrusionOk="0" h="673100" w="7630795">
                <a:moveTo>
                  <a:pt x="30479" y="657720"/>
                </a:moveTo>
                <a:lnTo>
                  <a:pt x="15239" y="642480"/>
                </a:lnTo>
                <a:lnTo>
                  <a:pt x="30479" y="642480"/>
                </a:lnTo>
                <a:lnTo>
                  <a:pt x="30479" y="657720"/>
                </a:lnTo>
                <a:close/>
              </a:path>
              <a:path extrusionOk="0" h="673100" w="7630795">
                <a:moveTo>
                  <a:pt x="7600315" y="657720"/>
                </a:moveTo>
                <a:lnTo>
                  <a:pt x="30479" y="657720"/>
                </a:lnTo>
                <a:lnTo>
                  <a:pt x="30479" y="642480"/>
                </a:lnTo>
                <a:lnTo>
                  <a:pt x="7600315" y="642480"/>
                </a:lnTo>
                <a:lnTo>
                  <a:pt x="7600315" y="657720"/>
                </a:lnTo>
                <a:close/>
              </a:path>
              <a:path extrusionOk="0" h="673100" w="7630795">
                <a:moveTo>
                  <a:pt x="7630794" y="657720"/>
                </a:moveTo>
                <a:lnTo>
                  <a:pt x="7600315" y="657720"/>
                </a:lnTo>
                <a:lnTo>
                  <a:pt x="7615555" y="642480"/>
                </a:lnTo>
                <a:lnTo>
                  <a:pt x="7630794" y="642480"/>
                </a:lnTo>
                <a:lnTo>
                  <a:pt x="7630794" y="657720"/>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0" name="Google Shape;80;p6"/>
          <p:cNvSpPr txBox="1"/>
          <p:nvPr>
            <p:ph type="title"/>
          </p:nvPr>
        </p:nvSpPr>
        <p:spPr>
          <a:xfrm>
            <a:off x="3860482" y="1415033"/>
            <a:ext cx="4599940"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KLAIM	TURNAMEN</a:t>
            </a:r>
            <a:endParaRPr sz="4000"/>
          </a:p>
        </p:txBody>
      </p:sp>
      <p:sp>
        <p:nvSpPr>
          <p:cNvPr id="81" name="Google Shape;81;p6"/>
          <p:cNvSpPr txBox="1"/>
          <p:nvPr/>
        </p:nvSpPr>
        <p:spPr>
          <a:xfrm>
            <a:off x="2310129" y="2434158"/>
            <a:ext cx="7613650" cy="2372360"/>
          </a:xfrm>
          <a:prstGeom prst="rect">
            <a:avLst/>
          </a:prstGeom>
          <a:noFill/>
          <a:ln>
            <a:noFill/>
          </a:ln>
        </p:spPr>
        <p:txBody>
          <a:bodyPr anchorCtr="0" anchor="t" bIns="0" lIns="0" spcFirstLastPara="1" rIns="0" wrap="square" tIns="12700">
            <a:spAutoFit/>
          </a:bodyPr>
          <a:lstStyle/>
          <a:p>
            <a:pPr indent="0" lvl="0" marL="12700" marR="5080" rtl="0" algn="just">
              <a:lnSpc>
                <a:spcPct val="106900"/>
              </a:lnSpc>
              <a:spcBef>
                <a:spcPts val="0"/>
              </a:spcBef>
              <a:spcAft>
                <a:spcPts val="0"/>
              </a:spcAft>
              <a:buNone/>
            </a:pPr>
            <a:r>
              <a:rPr lang="en-US" sz="1800">
                <a:solidFill>
                  <a:srgbClr val="222222"/>
                </a:solidFill>
                <a:latin typeface="Trebuchet MS"/>
                <a:ea typeface="Trebuchet MS"/>
                <a:cs typeface="Trebuchet MS"/>
                <a:sym typeface="Trebuchet MS"/>
              </a:rPr>
              <a:t>Seluruh keputusan dari panitia bersifat mutlak dan tidak bisa diganggu gugat. Panitia berhak untuk merubah dan mengganti seluruh peraturan yang berlaku sewaktu-waktu  tanpa  ada  pemberitahuan  terlebih dahulu  untuk  menjaga kelangsungan turnamen. Seluruh peserta yang ingin mengajukan klaim atau protes wajib  menyediakan  bukti  berupa foto  atau  video  kepada  panitia.  Dengan mendaftar  turnamen  ini, seluruh peserta dianggap mengerti dan menyetujui seluruh ketentuan dan peraturan yang berlaku dengan segala konsekuensinya.</a:t>
            </a:r>
            <a:endParaRPr sz="1800">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 name="Shape 85"/>
        <p:cNvGrpSpPr/>
        <p:nvPr/>
      </p:nvGrpSpPr>
      <p:grpSpPr>
        <a:xfrm>
          <a:off x="0" y="0"/>
          <a:ext cx="0" cy="0"/>
          <a:chOff x="0" y="0"/>
          <a:chExt cx="0" cy="0"/>
        </a:xfrm>
      </p:grpSpPr>
      <p:sp>
        <p:nvSpPr>
          <p:cNvPr id="86" name="Google Shape;86;p7"/>
          <p:cNvSpPr/>
          <p:nvPr/>
        </p:nvSpPr>
        <p:spPr>
          <a:xfrm>
            <a:off x="2215769" y="947927"/>
            <a:ext cx="7760334" cy="836294"/>
          </a:xfrm>
          <a:custGeom>
            <a:rect b="b" l="l" r="r" t="t"/>
            <a:pathLst>
              <a:path extrusionOk="0" h="836294" w="7760334">
                <a:moveTo>
                  <a:pt x="7745044" y="835977"/>
                </a:moveTo>
                <a:lnTo>
                  <a:pt x="15239" y="835977"/>
                </a:lnTo>
                <a:lnTo>
                  <a:pt x="12268" y="835685"/>
                </a:lnTo>
                <a:lnTo>
                  <a:pt x="0" y="820737"/>
                </a:lnTo>
                <a:lnTo>
                  <a:pt x="0" y="15240"/>
                </a:lnTo>
                <a:lnTo>
                  <a:pt x="15239" y="0"/>
                </a:lnTo>
                <a:lnTo>
                  <a:pt x="7745044" y="0"/>
                </a:lnTo>
                <a:lnTo>
                  <a:pt x="7760284" y="15240"/>
                </a:lnTo>
                <a:lnTo>
                  <a:pt x="30480" y="15240"/>
                </a:lnTo>
                <a:lnTo>
                  <a:pt x="15239" y="30480"/>
                </a:lnTo>
                <a:lnTo>
                  <a:pt x="30480" y="30480"/>
                </a:lnTo>
                <a:lnTo>
                  <a:pt x="30480" y="805497"/>
                </a:lnTo>
                <a:lnTo>
                  <a:pt x="15239" y="805497"/>
                </a:lnTo>
                <a:lnTo>
                  <a:pt x="30480" y="820737"/>
                </a:lnTo>
                <a:lnTo>
                  <a:pt x="7760284" y="820737"/>
                </a:lnTo>
                <a:lnTo>
                  <a:pt x="7759979" y="823709"/>
                </a:lnTo>
                <a:lnTo>
                  <a:pt x="7748015" y="835685"/>
                </a:lnTo>
                <a:lnTo>
                  <a:pt x="7745044" y="835977"/>
                </a:lnTo>
                <a:close/>
              </a:path>
              <a:path extrusionOk="0" h="836294" w="7760334">
                <a:moveTo>
                  <a:pt x="30480" y="30480"/>
                </a:moveTo>
                <a:lnTo>
                  <a:pt x="15239"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84" y="30480"/>
                </a:lnTo>
                <a:lnTo>
                  <a:pt x="7760284" y="805497"/>
                </a:lnTo>
                <a:lnTo>
                  <a:pt x="7745044" y="805497"/>
                </a:lnTo>
                <a:lnTo>
                  <a:pt x="7729804" y="820737"/>
                </a:lnTo>
                <a:close/>
              </a:path>
              <a:path extrusionOk="0" h="836294" w="7760334">
                <a:moveTo>
                  <a:pt x="7760284" y="30480"/>
                </a:moveTo>
                <a:lnTo>
                  <a:pt x="7745044" y="30480"/>
                </a:lnTo>
                <a:lnTo>
                  <a:pt x="7729804" y="15240"/>
                </a:lnTo>
                <a:lnTo>
                  <a:pt x="7760284" y="15240"/>
                </a:lnTo>
                <a:lnTo>
                  <a:pt x="7760284" y="30480"/>
                </a:lnTo>
                <a:close/>
              </a:path>
              <a:path extrusionOk="0" h="836294" w="7760334">
                <a:moveTo>
                  <a:pt x="30480" y="820737"/>
                </a:moveTo>
                <a:lnTo>
                  <a:pt x="15239"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84" y="820737"/>
                </a:moveTo>
                <a:lnTo>
                  <a:pt x="7729804" y="820737"/>
                </a:lnTo>
                <a:lnTo>
                  <a:pt x="7745044" y="805497"/>
                </a:lnTo>
                <a:lnTo>
                  <a:pt x="7760284" y="805497"/>
                </a:lnTo>
                <a:lnTo>
                  <a:pt x="7760284" y="820737"/>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7" name="Google Shape;87;p7"/>
          <p:cNvSpPr txBox="1"/>
          <p:nvPr>
            <p:ph type="title"/>
          </p:nvPr>
        </p:nvSpPr>
        <p:spPr>
          <a:xfrm>
            <a:off x="3160141" y="1162558"/>
            <a:ext cx="6141720" cy="5740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PERATURAN PERTANDINGAN</a:t>
            </a:r>
            <a:endParaRPr/>
          </a:p>
        </p:txBody>
      </p:sp>
      <p:sp>
        <p:nvSpPr>
          <p:cNvPr id="88" name="Google Shape;88;p7"/>
          <p:cNvSpPr txBox="1"/>
          <p:nvPr/>
        </p:nvSpPr>
        <p:spPr>
          <a:xfrm>
            <a:off x="2501264" y="1889378"/>
            <a:ext cx="7047300" cy="3798000"/>
          </a:xfrm>
          <a:prstGeom prst="rect">
            <a:avLst/>
          </a:prstGeom>
          <a:noFill/>
          <a:ln>
            <a:noFill/>
          </a:ln>
        </p:spPr>
        <p:txBody>
          <a:bodyPr anchorCtr="0" anchor="t" bIns="0" lIns="0" spcFirstLastPara="1" rIns="0" wrap="square" tIns="67925">
            <a:spAutoFit/>
          </a:bodyPr>
          <a:lstStyle/>
          <a:p>
            <a:pPr indent="0" lvl="0" marL="0" rtl="0" algn="l">
              <a:spcBef>
                <a:spcPts val="0"/>
              </a:spcBef>
              <a:spcAft>
                <a:spcPts val="0"/>
              </a:spcAft>
              <a:buNone/>
            </a:pPr>
            <a:r>
              <a:t/>
            </a:r>
            <a:endParaRPr sz="1800">
              <a:solidFill>
                <a:schemeClr val="dk1"/>
              </a:solidFill>
              <a:latin typeface="Trebuchet MS"/>
              <a:ea typeface="Trebuchet MS"/>
              <a:cs typeface="Trebuchet MS"/>
              <a:sym typeface="Trebuchet MS"/>
            </a:endParaRPr>
          </a:p>
          <a:p>
            <a:pPr indent="-336550" lvl="0" marL="457200" marR="636905" rtl="0" algn="l">
              <a:lnSpc>
                <a:spcPct val="105800"/>
              </a:lnSpc>
              <a:spcBef>
                <a:spcPts val="309"/>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Apabila ada peserta yang mengalami kendala koneksi, error, dll, maka pertandingan akan tetap dilanjutkan</a:t>
            </a:r>
            <a:endParaRPr sz="1800">
              <a:solidFill>
                <a:schemeClr val="dk1"/>
              </a:solidFill>
              <a:latin typeface="Trebuchet MS"/>
              <a:ea typeface="Trebuchet MS"/>
              <a:cs typeface="Trebuchet MS"/>
              <a:sym typeface="Trebuchet MS"/>
            </a:endParaRPr>
          </a:p>
          <a:p>
            <a:pPr indent="-336550" lvl="0" marL="457200" marR="5080" rtl="0" algn="l">
              <a:lnSpc>
                <a:spcPct val="112999"/>
              </a:lnSpc>
              <a:spcBef>
                <a:spcPts val="75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Peserta wajib menyimpan hasil screenshoot sebagai bukti banding kepada</a:t>
            </a:r>
            <a:r>
              <a:rPr lang="en-US" sz="1800">
                <a:solidFill>
                  <a:schemeClr val="dk1"/>
                </a:solidFill>
                <a:latin typeface="Trebuchet MS"/>
                <a:ea typeface="Trebuchet MS"/>
                <a:cs typeface="Trebuchet MS"/>
                <a:sym typeface="Trebuchet MS"/>
              </a:rPr>
              <a:t> </a:t>
            </a:r>
            <a:r>
              <a:rPr lang="en-US" sz="1800">
                <a:solidFill>
                  <a:srgbClr val="222222"/>
                </a:solidFill>
                <a:latin typeface="Trebuchet MS"/>
                <a:ea typeface="Trebuchet MS"/>
                <a:cs typeface="Trebuchet MS"/>
                <a:sym typeface="Trebuchet MS"/>
              </a:rPr>
              <a:t>Panitia apabila ada perbedaan placement atau kill poin</a:t>
            </a:r>
            <a:endParaRPr sz="1800">
              <a:solidFill>
                <a:schemeClr val="dk1"/>
              </a:solidFill>
              <a:latin typeface="Trebuchet MS"/>
              <a:ea typeface="Trebuchet MS"/>
              <a:cs typeface="Trebuchet MS"/>
              <a:sym typeface="Trebuchet MS"/>
            </a:endParaRPr>
          </a:p>
          <a:p>
            <a:pPr indent="-336550" lvl="0" marL="457200" marR="12700" rtl="0" algn="l">
              <a:lnSpc>
                <a:spcPct val="110900"/>
              </a:lnSpc>
              <a:spcBef>
                <a:spcPts val="77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Semua peserta diharapkan untuk bermain dengan sebaik mungkin setiap saat dalam setiap pertandingan.</a:t>
            </a:r>
            <a:endParaRPr sz="1800">
              <a:solidFill>
                <a:srgbClr val="222222"/>
              </a:solidFill>
              <a:latin typeface="Trebuchet MS"/>
              <a:ea typeface="Trebuchet MS"/>
              <a:cs typeface="Trebuchet MS"/>
              <a:sym typeface="Trebuchet MS"/>
            </a:endParaRPr>
          </a:p>
          <a:p>
            <a:pPr indent="-342900" lvl="0" marL="457200" marR="174625" rtl="0" algn="l">
              <a:lnSpc>
                <a:spcPct val="110900"/>
              </a:lnSpc>
              <a:spcBef>
                <a:spcPts val="725"/>
              </a:spcBef>
              <a:spcAft>
                <a:spcPts val="0"/>
              </a:spcAft>
              <a:buClr>
                <a:srgbClr val="222222"/>
              </a:buClr>
              <a:buSzPts val="1800"/>
              <a:buFont typeface="Trebuchet MS"/>
              <a:buChar char="•"/>
            </a:pPr>
            <a:r>
              <a:rPr lang="en-US" sz="1800">
                <a:solidFill>
                  <a:srgbClr val="222222"/>
                </a:solidFill>
                <a:latin typeface="Trebuchet MS"/>
                <a:ea typeface="Trebuchet MS"/>
                <a:cs typeface="Trebuchet MS"/>
                <a:sym typeface="Trebuchet MS"/>
              </a:rPr>
              <a:t>Jika pada pengacakan pot bertemu dengan 1 sekolah yang sama, maka tidak ada pengulangan acak</a:t>
            </a:r>
            <a:endParaRPr sz="1800">
              <a:solidFill>
                <a:srgbClr val="222222"/>
              </a:solidFill>
              <a:latin typeface="Trebuchet MS"/>
              <a:ea typeface="Trebuchet MS"/>
              <a:cs typeface="Trebuchet MS"/>
              <a:sym typeface="Trebuchet MS"/>
            </a:endParaRPr>
          </a:p>
          <a:p>
            <a:pPr indent="-342900" lvl="0" marL="457200" marR="174625" rtl="0" algn="l">
              <a:lnSpc>
                <a:spcPct val="110900"/>
              </a:lnSpc>
              <a:spcBef>
                <a:spcPts val="725"/>
              </a:spcBef>
              <a:spcAft>
                <a:spcPts val="0"/>
              </a:spcAft>
              <a:buClr>
                <a:srgbClr val="222222"/>
              </a:buClr>
              <a:buSzPts val="1800"/>
              <a:buFont typeface="Trebuchet MS"/>
              <a:buChar char="•"/>
            </a:pPr>
            <a:r>
              <a:rPr lang="en-US" sz="1800">
                <a:solidFill>
                  <a:srgbClr val="222222"/>
                </a:solidFill>
                <a:latin typeface="Trebuchet MS"/>
                <a:ea typeface="Trebuchet MS"/>
                <a:cs typeface="Trebuchet MS"/>
                <a:sym typeface="Trebuchet MS"/>
              </a:rPr>
              <a:t>Peserta dilarang melakukan tindakan joki</a:t>
            </a:r>
            <a:endParaRPr sz="1800">
              <a:solidFill>
                <a:srgbClr val="222222"/>
              </a:solidFill>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 name="Shape 92"/>
        <p:cNvGrpSpPr/>
        <p:nvPr/>
      </p:nvGrpSpPr>
      <p:grpSpPr>
        <a:xfrm>
          <a:off x="0" y="0"/>
          <a:ext cx="0" cy="0"/>
          <a:chOff x="0" y="0"/>
          <a:chExt cx="0" cy="0"/>
        </a:xfrm>
      </p:grpSpPr>
      <p:sp>
        <p:nvSpPr>
          <p:cNvPr id="93" name="Google Shape;93;p8"/>
          <p:cNvSpPr/>
          <p:nvPr/>
        </p:nvSpPr>
        <p:spPr>
          <a:xfrm>
            <a:off x="2215895" y="947927"/>
            <a:ext cx="7760334" cy="858519"/>
          </a:xfrm>
          <a:custGeom>
            <a:rect b="b" l="l" r="r" t="t"/>
            <a:pathLst>
              <a:path extrusionOk="0" h="858519" w="7760334">
                <a:moveTo>
                  <a:pt x="7745044" y="858481"/>
                </a:moveTo>
                <a:lnTo>
                  <a:pt x="15240" y="858481"/>
                </a:lnTo>
                <a:lnTo>
                  <a:pt x="12268" y="858189"/>
                </a:lnTo>
                <a:lnTo>
                  <a:pt x="0" y="843241"/>
                </a:lnTo>
                <a:lnTo>
                  <a:pt x="0" y="15240"/>
                </a:lnTo>
                <a:lnTo>
                  <a:pt x="15240" y="0"/>
                </a:lnTo>
                <a:lnTo>
                  <a:pt x="7745044" y="0"/>
                </a:lnTo>
                <a:lnTo>
                  <a:pt x="7760271" y="15240"/>
                </a:lnTo>
                <a:lnTo>
                  <a:pt x="30480" y="15240"/>
                </a:lnTo>
                <a:lnTo>
                  <a:pt x="15240" y="30480"/>
                </a:lnTo>
                <a:lnTo>
                  <a:pt x="30480" y="30480"/>
                </a:lnTo>
                <a:lnTo>
                  <a:pt x="30480" y="828001"/>
                </a:lnTo>
                <a:lnTo>
                  <a:pt x="15240" y="828001"/>
                </a:lnTo>
                <a:lnTo>
                  <a:pt x="30480" y="843241"/>
                </a:lnTo>
                <a:lnTo>
                  <a:pt x="7760271" y="843241"/>
                </a:lnTo>
                <a:lnTo>
                  <a:pt x="7759979" y="846213"/>
                </a:lnTo>
                <a:lnTo>
                  <a:pt x="7748015" y="858189"/>
                </a:lnTo>
                <a:lnTo>
                  <a:pt x="7745044" y="858481"/>
                </a:lnTo>
                <a:close/>
              </a:path>
              <a:path extrusionOk="0" h="858519" w="7760334">
                <a:moveTo>
                  <a:pt x="30480" y="30480"/>
                </a:moveTo>
                <a:lnTo>
                  <a:pt x="15240" y="30480"/>
                </a:lnTo>
                <a:lnTo>
                  <a:pt x="30480" y="15240"/>
                </a:lnTo>
                <a:lnTo>
                  <a:pt x="30480" y="30480"/>
                </a:lnTo>
                <a:close/>
              </a:path>
              <a:path extrusionOk="0" h="858519" w="7760334">
                <a:moveTo>
                  <a:pt x="7729804" y="30480"/>
                </a:moveTo>
                <a:lnTo>
                  <a:pt x="30480" y="30480"/>
                </a:lnTo>
                <a:lnTo>
                  <a:pt x="30480" y="15240"/>
                </a:lnTo>
                <a:lnTo>
                  <a:pt x="7729804" y="15240"/>
                </a:lnTo>
                <a:lnTo>
                  <a:pt x="7729804" y="30480"/>
                </a:lnTo>
                <a:close/>
              </a:path>
              <a:path extrusionOk="0" h="858519" w="7760334">
                <a:moveTo>
                  <a:pt x="7729804" y="843241"/>
                </a:moveTo>
                <a:lnTo>
                  <a:pt x="7729804" y="15240"/>
                </a:lnTo>
                <a:lnTo>
                  <a:pt x="7745044" y="30480"/>
                </a:lnTo>
                <a:lnTo>
                  <a:pt x="7760271" y="30480"/>
                </a:lnTo>
                <a:lnTo>
                  <a:pt x="7760271" y="828001"/>
                </a:lnTo>
                <a:lnTo>
                  <a:pt x="7745044" y="828001"/>
                </a:lnTo>
                <a:lnTo>
                  <a:pt x="7729804" y="843241"/>
                </a:lnTo>
                <a:close/>
              </a:path>
              <a:path extrusionOk="0" h="858519" w="7760334">
                <a:moveTo>
                  <a:pt x="7760271" y="30480"/>
                </a:moveTo>
                <a:lnTo>
                  <a:pt x="7745044" y="30480"/>
                </a:lnTo>
                <a:lnTo>
                  <a:pt x="7729804" y="15240"/>
                </a:lnTo>
                <a:lnTo>
                  <a:pt x="7760271" y="15240"/>
                </a:lnTo>
                <a:lnTo>
                  <a:pt x="7760271" y="30480"/>
                </a:lnTo>
                <a:close/>
              </a:path>
              <a:path extrusionOk="0" h="858519" w="7760334">
                <a:moveTo>
                  <a:pt x="30480" y="843241"/>
                </a:moveTo>
                <a:lnTo>
                  <a:pt x="15240" y="828001"/>
                </a:lnTo>
                <a:lnTo>
                  <a:pt x="30480" y="828001"/>
                </a:lnTo>
                <a:lnTo>
                  <a:pt x="30480" y="843241"/>
                </a:lnTo>
                <a:close/>
              </a:path>
              <a:path extrusionOk="0" h="858519" w="7760334">
                <a:moveTo>
                  <a:pt x="7729804" y="843241"/>
                </a:moveTo>
                <a:lnTo>
                  <a:pt x="30480" y="843241"/>
                </a:lnTo>
                <a:lnTo>
                  <a:pt x="30480" y="828001"/>
                </a:lnTo>
                <a:lnTo>
                  <a:pt x="7729804" y="828001"/>
                </a:lnTo>
                <a:lnTo>
                  <a:pt x="7729804" y="843241"/>
                </a:lnTo>
                <a:close/>
              </a:path>
              <a:path extrusionOk="0" h="858519" w="7760334">
                <a:moveTo>
                  <a:pt x="7760271" y="843241"/>
                </a:moveTo>
                <a:lnTo>
                  <a:pt x="7729804" y="843241"/>
                </a:lnTo>
                <a:lnTo>
                  <a:pt x="7745044" y="828001"/>
                </a:lnTo>
                <a:lnTo>
                  <a:pt x="7760271" y="828001"/>
                </a:lnTo>
                <a:lnTo>
                  <a:pt x="7760271" y="843241"/>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4" name="Google Shape;94;p8"/>
          <p:cNvSpPr txBox="1"/>
          <p:nvPr>
            <p:ph type="title"/>
          </p:nvPr>
        </p:nvSpPr>
        <p:spPr>
          <a:xfrm>
            <a:off x="3825621" y="1114932"/>
            <a:ext cx="4999355"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POIN PELANGGARAN</a:t>
            </a:r>
            <a:endParaRPr sz="4000"/>
          </a:p>
        </p:txBody>
      </p:sp>
      <p:sp>
        <p:nvSpPr>
          <p:cNvPr id="95" name="Google Shape;95;p8"/>
          <p:cNvSpPr txBox="1"/>
          <p:nvPr/>
        </p:nvSpPr>
        <p:spPr>
          <a:xfrm>
            <a:off x="2215895" y="1823592"/>
            <a:ext cx="7760400" cy="4168800"/>
          </a:xfrm>
          <a:prstGeom prst="rect">
            <a:avLst/>
          </a:prstGeom>
          <a:noFill/>
          <a:ln>
            <a:noFill/>
          </a:ln>
        </p:spPr>
        <p:txBody>
          <a:bodyPr anchorCtr="0" anchor="t" bIns="0" lIns="0" spcFirstLastPara="1" rIns="0" wrap="square" tIns="12700">
            <a:spAutoFit/>
          </a:bodyPr>
          <a:lstStyle/>
          <a:p>
            <a:pPr indent="-311150" lvl="0" marL="457200" rtl="0" algn="l">
              <a:spcBef>
                <a:spcPts val="0"/>
              </a:spcBef>
              <a:spcAft>
                <a:spcPts val="0"/>
              </a:spcAft>
              <a:buClr>
                <a:srgbClr val="9BACB5"/>
              </a:buClr>
              <a:buSzPts val="1300"/>
              <a:buFont typeface="Trebuchet MS"/>
              <a:buChar char="•"/>
            </a:pPr>
            <a:r>
              <a:rPr lang="en-US" sz="4500">
                <a:solidFill>
                  <a:schemeClr val="dk1"/>
                </a:solidFill>
                <a:latin typeface="Trebuchet MS"/>
                <a:ea typeface="Trebuchet MS"/>
                <a:cs typeface="Trebuchet MS"/>
                <a:sym typeface="Trebuchet MS"/>
              </a:rPr>
              <a:t>Berkata kasar dan sara : -20</a:t>
            </a:r>
            <a:endParaRPr sz="4500">
              <a:solidFill>
                <a:schemeClr val="dk1"/>
              </a:solidFill>
              <a:latin typeface="Trebuchet MS"/>
              <a:ea typeface="Trebuchet MS"/>
              <a:cs typeface="Trebuchet MS"/>
              <a:sym typeface="Trebuchet MS"/>
            </a:endParaRPr>
          </a:p>
          <a:p>
            <a:pPr indent="-311150" lvl="0" marL="457200" rtl="0" algn="l">
              <a:spcBef>
                <a:spcPts val="0"/>
              </a:spcBef>
              <a:spcAft>
                <a:spcPts val="0"/>
              </a:spcAft>
              <a:buClr>
                <a:srgbClr val="9BACB5"/>
              </a:buClr>
              <a:buSzPts val="1300"/>
              <a:buFont typeface="Trebuchet MS"/>
              <a:buChar char="•"/>
            </a:pPr>
            <a:r>
              <a:rPr lang="en-US" sz="4500">
                <a:solidFill>
                  <a:schemeClr val="dk1"/>
                </a:solidFill>
                <a:latin typeface="Trebuchet MS"/>
                <a:ea typeface="Trebuchet MS"/>
                <a:cs typeface="Trebuchet MS"/>
                <a:sym typeface="Trebuchet MS"/>
              </a:rPr>
              <a:t>Teaming : -10</a:t>
            </a:r>
            <a:endParaRPr sz="4500">
              <a:solidFill>
                <a:schemeClr val="dk1"/>
              </a:solidFill>
              <a:latin typeface="Trebuchet MS"/>
              <a:ea typeface="Trebuchet MS"/>
              <a:cs typeface="Trebuchet MS"/>
              <a:sym typeface="Trebuchet MS"/>
            </a:endParaRPr>
          </a:p>
          <a:p>
            <a:pPr indent="-311150" lvl="0" marL="457200" rtl="0" algn="l">
              <a:spcBef>
                <a:spcPts val="0"/>
              </a:spcBef>
              <a:spcAft>
                <a:spcPts val="0"/>
              </a:spcAft>
              <a:buClr>
                <a:srgbClr val="9BACB5"/>
              </a:buClr>
              <a:buSzPts val="1300"/>
              <a:buFont typeface="Trebuchet MS"/>
              <a:buChar char="•"/>
            </a:pPr>
            <a:r>
              <a:rPr lang="en-US" sz="4500">
                <a:solidFill>
                  <a:schemeClr val="dk1"/>
                </a:solidFill>
                <a:latin typeface="Trebuchet MS"/>
                <a:ea typeface="Trebuchet MS"/>
                <a:cs typeface="Trebuchet MS"/>
                <a:sym typeface="Trebuchet MS"/>
              </a:rPr>
              <a:t>Cheat : diskualifikasi</a:t>
            </a:r>
            <a:endParaRPr sz="4500">
              <a:solidFill>
                <a:schemeClr val="dk1"/>
              </a:solidFill>
              <a:latin typeface="Trebuchet MS"/>
              <a:ea typeface="Trebuchet MS"/>
              <a:cs typeface="Trebuchet MS"/>
              <a:sym typeface="Trebuchet MS"/>
            </a:endParaRPr>
          </a:p>
          <a:p>
            <a:pPr indent="-273050" lvl="0" marL="457200" rtl="0" algn="l">
              <a:spcBef>
                <a:spcPts val="0"/>
              </a:spcBef>
              <a:spcAft>
                <a:spcPts val="0"/>
              </a:spcAft>
              <a:buClr>
                <a:srgbClr val="9BACB5"/>
              </a:buClr>
              <a:buSzPts val="700"/>
              <a:buFont typeface="Trebuchet MS"/>
              <a:buChar char="•"/>
            </a:pPr>
            <a:r>
              <a:rPr lang="en-US" sz="2700">
                <a:solidFill>
                  <a:schemeClr val="dk1"/>
                </a:solidFill>
                <a:latin typeface="Trebuchet MS"/>
                <a:ea typeface="Trebuchet MS"/>
                <a:cs typeface="Trebuchet MS"/>
                <a:sym typeface="Trebuchet MS"/>
              </a:rPr>
              <a:t>INDIKASI ANARKIS (MEMUKUL MEJA, MENENDANG KURSI DLL)- 15</a:t>
            </a:r>
            <a:endParaRPr sz="2700">
              <a:solidFill>
                <a:schemeClr val="dk1"/>
              </a:solidFill>
              <a:latin typeface="Trebuchet MS"/>
              <a:ea typeface="Trebuchet MS"/>
              <a:cs typeface="Trebuchet MS"/>
              <a:sym typeface="Trebuchet MS"/>
            </a:endParaRPr>
          </a:p>
          <a:p>
            <a:pPr indent="-400050" lvl="0" marL="457200" rtl="0" algn="l">
              <a:spcBef>
                <a:spcPts val="0"/>
              </a:spcBef>
              <a:spcAft>
                <a:spcPts val="0"/>
              </a:spcAft>
              <a:buClr>
                <a:schemeClr val="dk1"/>
              </a:buClr>
              <a:buSzPts val="2700"/>
              <a:buFont typeface="Trebuchet MS"/>
              <a:buChar char="•"/>
            </a:pPr>
            <a:r>
              <a:rPr lang="en-US" sz="2700">
                <a:solidFill>
                  <a:schemeClr val="dk1"/>
                </a:solidFill>
                <a:latin typeface="Trebuchet MS"/>
                <a:ea typeface="Trebuchet MS"/>
                <a:cs typeface="Trebuchet MS"/>
                <a:sym typeface="Trebuchet MS"/>
              </a:rPr>
              <a:t>Kerusakan properti merupakan tanggung jawab peserta</a:t>
            </a:r>
            <a:endParaRPr sz="2700">
              <a:solidFill>
                <a:schemeClr val="dk1"/>
              </a:solidFill>
              <a:latin typeface="Trebuchet MS"/>
              <a:ea typeface="Trebuchet MS"/>
              <a:cs typeface="Trebuchet MS"/>
              <a:sym typeface="Trebuchet MS"/>
            </a:endParaRPr>
          </a:p>
          <a:p>
            <a:pPr indent="-400050" lvl="0" marL="457200" rtl="0" algn="l">
              <a:spcBef>
                <a:spcPts val="0"/>
              </a:spcBef>
              <a:spcAft>
                <a:spcPts val="0"/>
              </a:spcAft>
              <a:buClr>
                <a:schemeClr val="dk1"/>
              </a:buClr>
              <a:buSzPts val="2700"/>
              <a:buFont typeface="Trebuchet MS"/>
              <a:buChar char="•"/>
            </a:pPr>
            <a:r>
              <a:rPr lang="en-US" sz="2700">
                <a:solidFill>
                  <a:schemeClr val="dk1"/>
                </a:solidFill>
                <a:latin typeface="Trebuchet MS"/>
                <a:ea typeface="Trebuchet MS"/>
                <a:cs typeface="Trebuchet MS"/>
                <a:sym typeface="Trebuchet MS"/>
              </a:rPr>
              <a:t>Tindakan Joki : Diskualifikasi</a:t>
            </a:r>
            <a:endParaRPr sz="4800">
              <a:solidFill>
                <a:schemeClr val="dk1"/>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 name="Shape 99"/>
        <p:cNvGrpSpPr/>
        <p:nvPr/>
      </p:nvGrpSpPr>
      <p:grpSpPr>
        <a:xfrm>
          <a:off x="0" y="0"/>
          <a:ext cx="0" cy="0"/>
          <a:chOff x="0" y="0"/>
          <a:chExt cx="0" cy="0"/>
        </a:xfrm>
      </p:grpSpPr>
      <p:sp>
        <p:nvSpPr>
          <p:cNvPr id="100" name="Google Shape;100;p9"/>
          <p:cNvSpPr/>
          <p:nvPr/>
        </p:nvSpPr>
        <p:spPr>
          <a:xfrm>
            <a:off x="573023" y="618744"/>
            <a:ext cx="10546080" cy="911225"/>
          </a:xfrm>
          <a:custGeom>
            <a:rect b="b" l="l" r="r" t="t"/>
            <a:pathLst>
              <a:path extrusionOk="0" h="911225" w="10546080">
                <a:moveTo>
                  <a:pt x="10530840" y="911224"/>
                </a:moveTo>
                <a:lnTo>
                  <a:pt x="15240" y="911224"/>
                </a:lnTo>
                <a:lnTo>
                  <a:pt x="12268" y="910932"/>
                </a:lnTo>
                <a:lnTo>
                  <a:pt x="0" y="895984"/>
                </a:lnTo>
                <a:lnTo>
                  <a:pt x="0" y="15239"/>
                </a:lnTo>
                <a:lnTo>
                  <a:pt x="15240" y="0"/>
                </a:lnTo>
                <a:lnTo>
                  <a:pt x="10530840" y="0"/>
                </a:lnTo>
                <a:lnTo>
                  <a:pt x="10546080" y="15239"/>
                </a:lnTo>
                <a:lnTo>
                  <a:pt x="30480" y="15239"/>
                </a:lnTo>
                <a:lnTo>
                  <a:pt x="15240" y="30479"/>
                </a:lnTo>
                <a:lnTo>
                  <a:pt x="30480" y="30479"/>
                </a:lnTo>
                <a:lnTo>
                  <a:pt x="30480" y="880744"/>
                </a:lnTo>
                <a:lnTo>
                  <a:pt x="15240" y="880744"/>
                </a:lnTo>
                <a:lnTo>
                  <a:pt x="30480" y="895984"/>
                </a:lnTo>
                <a:lnTo>
                  <a:pt x="10546080" y="895984"/>
                </a:lnTo>
                <a:lnTo>
                  <a:pt x="10545787" y="898956"/>
                </a:lnTo>
                <a:lnTo>
                  <a:pt x="10533811" y="910932"/>
                </a:lnTo>
                <a:lnTo>
                  <a:pt x="10530840" y="911224"/>
                </a:lnTo>
                <a:close/>
              </a:path>
              <a:path extrusionOk="0" h="911225" w="10546080">
                <a:moveTo>
                  <a:pt x="30480" y="30479"/>
                </a:moveTo>
                <a:lnTo>
                  <a:pt x="15240" y="30479"/>
                </a:lnTo>
                <a:lnTo>
                  <a:pt x="30480" y="15239"/>
                </a:lnTo>
                <a:lnTo>
                  <a:pt x="30480" y="30479"/>
                </a:lnTo>
                <a:close/>
              </a:path>
              <a:path extrusionOk="0" h="911225" w="10546080">
                <a:moveTo>
                  <a:pt x="10515600" y="30479"/>
                </a:moveTo>
                <a:lnTo>
                  <a:pt x="30480" y="30479"/>
                </a:lnTo>
                <a:lnTo>
                  <a:pt x="30480" y="15239"/>
                </a:lnTo>
                <a:lnTo>
                  <a:pt x="10515600" y="15239"/>
                </a:lnTo>
                <a:lnTo>
                  <a:pt x="10515600" y="30479"/>
                </a:lnTo>
                <a:close/>
              </a:path>
              <a:path extrusionOk="0" h="911225" w="10546080">
                <a:moveTo>
                  <a:pt x="10515600" y="895984"/>
                </a:moveTo>
                <a:lnTo>
                  <a:pt x="10515600" y="15239"/>
                </a:lnTo>
                <a:lnTo>
                  <a:pt x="10530840" y="30479"/>
                </a:lnTo>
                <a:lnTo>
                  <a:pt x="10546080" y="30479"/>
                </a:lnTo>
                <a:lnTo>
                  <a:pt x="10546080" y="880744"/>
                </a:lnTo>
                <a:lnTo>
                  <a:pt x="10530840" y="880744"/>
                </a:lnTo>
                <a:lnTo>
                  <a:pt x="10515600" y="895984"/>
                </a:lnTo>
                <a:close/>
              </a:path>
              <a:path extrusionOk="0" h="911225" w="10546080">
                <a:moveTo>
                  <a:pt x="10546080" y="30479"/>
                </a:moveTo>
                <a:lnTo>
                  <a:pt x="10530840" y="30479"/>
                </a:lnTo>
                <a:lnTo>
                  <a:pt x="10515600" y="15239"/>
                </a:lnTo>
                <a:lnTo>
                  <a:pt x="10546080" y="15239"/>
                </a:lnTo>
                <a:lnTo>
                  <a:pt x="10546080" y="30479"/>
                </a:lnTo>
                <a:close/>
              </a:path>
              <a:path extrusionOk="0" h="911225" w="10546080">
                <a:moveTo>
                  <a:pt x="30480" y="895984"/>
                </a:moveTo>
                <a:lnTo>
                  <a:pt x="15240" y="880744"/>
                </a:lnTo>
                <a:lnTo>
                  <a:pt x="30480" y="880744"/>
                </a:lnTo>
                <a:lnTo>
                  <a:pt x="30480" y="895984"/>
                </a:lnTo>
                <a:close/>
              </a:path>
              <a:path extrusionOk="0" h="911225" w="10546080">
                <a:moveTo>
                  <a:pt x="10515600" y="895984"/>
                </a:moveTo>
                <a:lnTo>
                  <a:pt x="30480" y="895984"/>
                </a:lnTo>
                <a:lnTo>
                  <a:pt x="30480" y="880744"/>
                </a:lnTo>
                <a:lnTo>
                  <a:pt x="10515600" y="880744"/>
                </a:lnTo>
                <a:lnTo>
                  <a:pt x="10515600" y="895984"/>
                </a:lnTo>
                <a:close/>
              </a:path>
              <a:path extrusionOk="0" h="911225" w="10546080">
                <a:moveTo>
                  <a:pt x="10546080" y="895984"/>
                </a:moveTo>
                <a:lnTo>
                  <a:pt x="10515600" y="895984"/>
                </a:lnTo>
                <a:lnTo>
                  <a:pt x="10530840" y="880744"/>
                </a:lnTo>
                <a:lnTo>
                  <a:pt x="10546080" y="880744"/>
                </a:lnTo>
                <a:lnTo>
                  <a:pt x="10546080" y="895984"/>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1" name="Google Shape;101;p9"/>
          <p:cNvSpPr txBox="1"/>
          <p:nvPr>
            <p:ph type="title"/>
          </p:nvPr>
        </p:nvSpPr>
        <p:spPr>
          <a:xfrm>
            <a:off x="4469700" y="848614"/>
            <a:ext cx="2752725"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t>FORMAT MATCH</a:t>
            </a:r>
            <a:endParaRPr sz="2800"/>
          </a:p>
        </p:txBody>
      </p:sp>
      <p:sp>
        <p:nvSpPr>
          <p:cNvPr id="102" name="Google Shape;102;p9"/>
          <p:cNvSpPr txBox="1"/>
          <p:nvPr>
            <p:ph idx="1" type="body"/>
          </p:nvPr>
        </p:nvSpPr>
        <p:spPr>
          <a:xfrm>
            <a:off x="573023" y="1756322"/>
            <a:ext cx="11113008" cy="4189281"/>
          </a:xfrm>
          <a:prstGeom prst="rect">
            <a:avLst/>
          </a:prstGeom>
          <a:noFill/>
          <a:ln>
            <a:noFill/>
          </a:ln>
        </p:spPr>
        <p:txBody>
          <a:bodyPr anchorCtr="0" anchor="t" bIns="45700" lIns="91425" spcFirstLastPara="1" rIns="91425" wrap="square" tIns="45700">
            <a:normAutofit fontScale="92500" lnSpcReduction="20000"/>
          </a:bodyPr>
          <a:lstStyle/>
          <a:p>
            <a:pPr indent="0" lvl="0" marL="0" rtl="0" algn="just">
              <a:lnSpc>
                <a:spcPct val="107000"/>
              </a:lnSpc>
              <a:spcBef>
                <a:spcPts val="0"/>
              </a:spcBef>
              <a:spcAft>
                <a:spcPts val="0"/>
              </a:spcAft>
              <a:buClr>
                <a:schemeClr val="dk1"/>
              </a:buClr>
              <a:buSzPct val="108000"/>
              <a:buFont typeface="Calibri"/>
              <a:buNone/>
            </a:pPr>
            <a:r>
              <a:t/>
            </a:r>
            <a:endParaRPr sz="1800">
              <a:latin typeface="Calibri"/>
              <a:ea typeface="Calibri"/>
              <a:cs typeface="Calibri"/>
              <a:sym typeface="Calibri"/>
            </a:endParaRPr>
          </a:p>
          <a:p>
            <a:pPr indent="-342900" lvl="0" marL="342900" rtl="0" algn="just">
              <a:lnSpc>
                <a:spcPct val="107000"/>
              </a:lnSpc>
              <a:spcBef>
                <a:spcPts val="18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Server 			: Online Server Indonesia </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Mode 			: Battle Royal </a:t>
            </a:r>
            <a:r>
              <a:rPr lang="en-US" sz="2200">
                <a:latin typeface="Times New Roman"/>
                <a:ea typeface="Times New Roman"/>
                <a:cs typeface="Times New Roman"/>
                <a:sym typeface="Times New Roman"/>
              </a:rPr>
              <a:t>( Bermuda, Nextera, Alpine, Purgatory, Kalahari, Solara)</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Gun Properties	: OFF</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Revival Point 		: ON</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Mission System	: OFF</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Kualifikasi </a:t>
            </a:r>
            <a:r>
              <a:rPr lang="en-US"/>
              <a:t>		: 6 POT ( 2 MAP – 4 TEAM TERATAS SEMI )</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t>Semifinal 			: 2 POT (6 TIM TERATAS DARI KUALIF LOLOS KE SEMIFINAL) </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Final				: 6 TIM TERATAS TIAP POT SEMI FINAL LOLOS KE FINAL</a:t>
            </a:r>
            <a:endParaRPr/>
          </a:p>
          <a:p>
            <a:pPr indent="-342900" lvl="0" marL="342900" rtl="0" algn="just">
              <a:lnSpc>
                <a:spcPct val="107000"/>
              </a:lnSpc>
              <a:spcBef>
                <a:spcPts val="1000"/>
              </a:spcBef>
              <a:spcAft>
                <a:spcPts val="0"/>
              </a:spcAft>
              <a:buClr>
                <a:schemeClr val="dk1"/>
              </a:buClr>
              <a:buSzPct val="108000"/>
              <a:buFont typeface="Gill Sans"/>
              <a:buAutoNum type="arabicPeriod"/>
            </a:pPr>
            <a:r>
              <a:rPr lang="en-US" sz="2200">
                <a:latin typeface="Times New Roman"/>
                <a:ea typeface="Times New Roman"/>
                <a:cs typeface="Times New Roman"/>
                <a:sym typeface="Times New Roman"/>
              </a:rPr>
              <a:t>Room			: CR LIGA (FINAL)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6" name="Shape 106"/>
        <p:cNvGrpSpPr/>
        <p:nvPr/>
      </p:nvGrpSpPr>
      <p:grpSpPr>
        <a:xfrm>
          <a:off x="0" y="0"/>
          <a:ext cx="0" cy="0"/>
          <a:chOff x="0" y="0"/>
          <a:chExt cx="0" cy="0"/>
        </a:xfrm>
      </p:grpSpPr>
      <p:sp>
        <p:nvSpPr>
          <p:cNvPr id="107" name="Google Shape;107;p10"/>
          <p:cNvSpPr/>
          <p:nvPr/>
        </p:nvSpPr>
        <p:spPr>
          <a:xfrm>
            <a:off x="2215895" y="947927"/>
            <a:ext cx="7760334" cy="836294"/>
          </a:xfrm>
          <a:custGeom>
            <a:rect b="b" l="l" r="r" t="t"/>
            <a:pathLst>
              <a:path extrusionOk="0" h="836294" w="7760334">
                <a:moveTo>
                  <a:pt x="7745044" y="835977"/>
                </a:moveTo>
                <a:lnTo>
                  <a:pt x="15240" y="835977"/>
                </a:lnTo>
                <a:lnTo>
                  <a:pt x="12268" y="835685"/>
                </a:lnTo>
                <a:lnTo>
                  <a:pt x="0" y="820737"/>
                </a:lnTo>
                <a:lnTo>
                  <a:pt x="0" y="15240"/>
                </a:lnTo>
                <a:lnTo>
                  <a:pt x="15240" y="0"/>
                </a:lnTo>
                <a:lnTo>
                  <a:pt x="7745044" y="0"/>
                </a:lnTo>
                <a:lnTo>
                  <a:pt x="7760271" y="15240"/>
                </a:lnTo>
                <a:lnTo>
                  <a:pt x="30480" y="15240"/>
                </a:lnTo>
                <a:lnTo>
                  <a:pt x="15240" y="30480"/>
                </a:lnTo>
                <a:lnTo>
                  <a:pt x="30480" y="30480"/>
                </a:lnTo>
                <a:lnTo>
                  <a:pt x="30480" y="805497"/>
                </a:lnTo>
                <a:lnTo>
                  <a:pt x="15240" y="805497"/>
                </a:lnTo>
                <a:lnTo>
                  <a:pt x="30480" y="820737"/>
                </a:lnTo>
                <a:lnTo>
                  <a:pt x="7760271" y="820737"/>
                </a:lnTo>
                <a:lnTo>
                  <a:pt x="7759979" y="823709"/>
                </a:lnTo>
                <a:lnTo>
                  <a:pt x="7748015" y="835685"/>
                </a:lnTo>
                <a:lnTo>
                  <a:pt x="7745044" y="835977"/>
                </a:lnTo>
                <a:close/>
              </a:path>
              <a:path extrusionOk="0" h="836294" w="7760334">
                <a:moveTo>
                  <a:pt x="30480" y="30480"/>
                </a:moveTo>
                <a:lnTo>
                  <a:pt x="15240"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71" y="30480"/>
                </a:lnTo>
                <a:lnTo>
                  <a:pt x="7760271" y="805497"/>
                </a:lnTo>
                <a:lnTo>
                  <a:pt x="7745044" y="805497"/>
                </a:lnTo>
                <a:lnTo>
                  <a:pt x="7729804" y="820737"/>
                </a:lnTo>
                <a:close/>
              </a:path>
              <a:path extrusionOk="0" h="836294" w="7760334">
                <a:moveTo>
                  <a:pt x="7760271" y="30480"/>
                </a:moveTo>
                <a:lnTo>
                  <a:pt x="7745044" y="30480"/>
                </a:lnTo>
                <a:lnTo>
                  <a:pt x="7729804" y="15240"/>
                </a:lnTo>
                <a:lnTo>
                  <a:pt x="7760271" y="15240"/>
                </a:lnTo>
                <a:lnTo>
                  <a:pt x="7760271" y="30480"/>
                </a:lnTo>
                <a:close/>
              </a:path>
              <a:path extrusionOk="0" h="836294" w="7760334">
                <a:moveTo>
                  <a:pt x="30480" y="820737"/>
                </a:moveTo>
                <a:lnTo>
                  <a:pt x="15240"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71" y="820737"/>
                </a:moveTo>
                <a:lnTo>
                  <a:pt x="7729804" y="820737"/>
                </a:lnTo>
                <a:lnTo>
                  <a:pt x="7745044" y="805497"/>
                </a:lnTo>
                <a:lnTo>
                  <a:pt x="7760271" y="805497"/>
                </a:lnTo>
                <a:lnTo>
                  <a:pt x="7760271" y="820737"/>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8" name="Google Shape;108;p10"/>
          <p:cNvSpPr txBox="1"/>
          <p:nvPr>
            <p:ph type="title"/>
          </p:nvPr>
        </p:nvSpPr>
        <p:spPr>
          <a:xfrm>
            <a:off x="2514600" y="1082663"/>
            <a:ext cx="6060059" cy="566822"/>
          </a:xfrm>
          <a:prstGeom prst="rect">
            <a:avLst/>
          </a:prstGeom>
          <a:noFill/>
          <a:ln>
            <a:noFill/>
          </a:ln>
        </p:spPr>
        <p:txBody>
          <a:bodyPr anchorCtr="0" anchor="t" bIns="0" lIns="0" spcFirstLastPara="1" rIns="0" wrap="square" tIns="12700">
            <a:spAutoFit/>
          </a:bodyPr>
          <a:lstStyle/>
          <a:p>
            <a:pPr indent="0" lvl="0" marL="902335" rtl="0" algn="ctr">
              <a:lnSpc>
                <a:spcPct val="100000"/>
              </a:lnSpc>
              <a:spcBef>
                <a:spcPts val="0"/>
              </a:spcBef>
              <a:spcAft>
                <a:spcPts val="0"/>
              </a:spcAft>
              <a:buNone/>
            </a:pPr>
            <a:r>
              <a:rPr lang="en-US"/>
              <a:t>SISTEM POINT</a:t>
            </a:r>
            <a:endParaRPr/>
          </a:p>
        </p:txBody>
      </p:sp>
      <p:graphicFrame>
        <p:nvGraphicFramePr>
          <p:cNvPr id="109" name="Google Shape;109;p10"/>
          <p:cNvGraphicFramePr/>
          <p:nvPr/>
        </p:nvGraphicFramePr>
        <p:xfrm>
          <a:off x="1219200" y="2590800"/>
          <a:ext cx="3000000" cy="3000000"/>
        </p:xfrm>
        <a:graphic>
          <a:graphicData uri="http://schemas.openxmlformats.org/drawingml/2006/table">
            <a:tbl>
              <a:tblPr>
                <a:noFill/>
                <a:tableStyleId>{FCC0CC31-499D-435F-939E-0C71F251E40E}</a:tableStyleId>
              </a:tblPr>
              <a:tblGrid>
                <a:gridCol w="2403475"/>
                <a:gridCol w="2403475"/>
                <a:gridCol w="2403475"/>
                <a:gridCol w="2403475"/>
              </a:tblGrid>
              <a:tr h="370850">
                <a:tc gridSpan="4">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SISTEM POINT</a:t>
                      </a:r>
                      <a:endParaRPr b="1" sz="1800" u="none" cap="none" strike="noStrike"/>
                    </a:p>
                  </a:txBody>
                  <a:tcPr marT="45725" marB="45725" marR="91450" marL="91450">
                    <a:solidFill>
                      <a:srgbClr val="538CD5"/>
                    </a:solidFill>
                  </a:tcPr>
                </a:tc>
                <a:tc hMerge="1"/>
                <a:tc hMerge="1"/>
                <a:tc hMerge="1"/>
              </a:tr>
              <a:tr h="370850">
                <a:tc gridSpan="2">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KILL POINT</a:t>
                      </a:r>
                      <a:endParaRPr b="1" sz="1800" u="none" cap="none" strike="noStrike"/>
                    </a:p>
                  </a:txBody>
                  <a:tcPr marT="45725" marB="45725" marR="91450" marL="91450">
                    <a:solidFill>
                      <a:srgbClr val="538CD5"/>
                    </a:solidFill>
                  </a:tcPr>
                </a:tc>
                <a:tc hMerge="1"/>
                <a:tc gridSpan="2">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a:t>
                      </a:r>
                      <a:endParaRPr b="1" sz="1800" u="none" cap="none" strike="noStrike"/>
                    </a:p>
                  </a:txBody>
                  <a:tcPr marT="45725" marB="45725" marR="91450" marL="91450">
                    <a:solidFill>
                      <a:srgbClr val="538CD5"/>
                    </a:solidFill>
                  </a:tcPr>
                </a:tc>
                <a:tc hMerge="1"/>
              </a:tr>
              <a:tr h="370850">
                <a:tc gridSpan="4">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PLACEMENT POINT</a:t>
                      </a:r>
                      <a:endParaRPr b="1" sz="1800" u="none" cap="none" strike="noStrike"/>
                    </a:p>
                  </a:txBody>
                  <a:tcPr marT="45725" marB="45725" marR="91450" marL="91450">
                    <a:solidFill>
                      <a:srgbClr val="538CD5"/>
                    </a:solidFill>
                  </a:tcPr>
                </a:tc>
                <a:tc hMerge="1"/>
                <a:tc hMerge="1"/>
                <a:tc hMerge="1"/>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12</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7</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4</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2</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9</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8</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3</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3</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8</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9</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2</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4</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7</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10</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5</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6</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11</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0</a:t>
                      </a:r>
                      <a:endParaRPr b="1" sz="1800" u="none" cap="none" strike="noStrike"/>
                    </a:p>
                  </a:txBody>
                  <a:tcPr marT="45725" marB="45725" marR="91450" marL="91450">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6</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5</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12</a:t>
                      </a:r>
                      <a:endParaRPr b="1" sz="1800" u="none" cap="none" strike="noStrike"/>
                    </a:p>
                  </a:txBody>
                  <a:tcPr marT="45725" marB="45725" marR="91450" marL="91450">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0</a:t>
                      </a:r>
                      <a:endParaRPr b="1" sz="1800" u="none" cap="none" strike="noStrike"/>
                    </a:p>
                  </a:txBody>
                  <a:tcPr marT="45725" marB="45725" marR="91450" marL="91450">
                    <a:solidFill>
                      <a:srgbClr val="538CD5"/>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1"/>
          <p:cNvSpPr txBox="1"/>
          <p:nvPr>
            <p:ph type="title"/>
          </p:nvPr>
        </p:nvSpPr>
        <p:spPr>
          <a:xfrm>
            <a:off x="2438400" y="914400"/>
            <a:ext cx="7355459" cy="894842"/>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800"/>
              <a:buFont typeface="Gill Sans"/>
              <a:buNone/>
            </a:pPr>
            <a:r>
              <a:rPr lang="en-US"/>
              <a:t>SISTEM POINT</a:t>
            </a:r>
            <a:endParaRPr/>
          </a:p>
        </p:txBody>
      </p:sp>
      <p:sp>
        <p:nvSpPr>
          <p:cNvPr id="115" name="Google Shape;115;p11"/>
          <p:cNvSpPr txBox="1"/>
          <p:nvPr>
            <p:ph idx="1" type="body"/>
          </p:nvPr>
        </p:nvSpPr>
        <p:spPr>
          <a:xfrm>
            <a:off x="1264729" y="2209800"/>
            <a:ext cx="9702800" cy="3328670"/>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1800"/>
              <a:buFont typeface="Times New Roman"/>
              <a:buChar char="•"/>
            </a:pPr>
            <a:r>
              <a:rPr lang="en-US">
                <a:latin typeface="Times New Roman"/>
                <a:ea typeface="Times New Roman"/>
                <a:cs typeface="Times New Roman"/>
                <a:sym typeface="Times New Roman"/>
              </a:rPr>
              <a:t>Item tambahan ingame seperti loadout, slot character skill, dll diperbolehkan</a:t>
            </a:r>
            <a:endParaRPr>
              <a:latin typeface="Times New Roman"/>
              <a:ea typeface="Times New Roman"/>
              <a:cs typeface="Times New Roman"/>
              <a:sym typeface="Times New Roman"/>
            </a:endParaRPr>
          </a:p>
          <a:p>
            <a:pPr indent="-228600" lvl="0" marL="228600" rtl="0" algn="l">
              <a:lnSpc>
                <a:spcPct val="100000"/>
              </a:lnSpc>
              <a:spcBef>
                <a:spcPts val="0"/>
              </a:spcBef>
              <a:spcAft>
                <a:spcPts val="0"/>
              </a:spcAft>
              <a:buClr>
                <a:schemeClr val="dk1"/>
              </a:buClr>
              <a:buSzPts val="1800"/>
              <a:buFont typeface="Times New Roman"/>
              <a:buChar char="•"/>
            </a:pPr>
            <a:r>
              <a:rPr lang="en-US">
                <a:latin typeface="Times New Roman"/>
                <a:ea typeface="Times New Roman"/>
                <a:cs typeface="Times New Roman"/>
                <a:sym typeface="Times New Roman"/>
              </a:rPr>
              <a:t>Skill aktif tidak boleh sama </a:t>
            </a:r>
            <a:endParaRPr>
              <a:latin typeface="Times New Roman"/>
              <a:ea typeface="Times New Roman"/>
              <a:cs typeface="Times New Roman"/>
              <a:sym typeface="Times New Roman"/>
            </a:endParaRPr>
          </a:p>
          <a:p>
            <a:pPr indent="-228600" lvl="0" marL="228600" rtl="0" algn="l">
              <a:lnSpc>
                <a:spcPct val="100000"/>
              </a:lnSpc>
              <a:spcBef>
                <a:spcPts val="1000"/>
              </a:spcBef>
              <a:spcAft>
                <a:spcPts val="0"/>
              </a:spcAft>
              <a:buClr>
                <a:schemeClr val="dk1"/>
              </a:buClr>
              <a:buSzPts val="1800"/>
              <a:buFont typeface="Times New Roman"/>
              <a:buChar char="•"/>
            </a:pPr>
            <a:r>
              <a:rPr lang="en-US">
                <a:latin typeface="Times New Roman"/>
                <a:ea typeface="Times New Roman"/>
                <a:cs typeface="Times New Roman"/>
                <a:sym typeface="Times New Roman"/>
              </a:rPr>
              <a:t>Tim hanya diizinkan untuk bermain dengan pemain yang telah didaftarkan </a:t>
            </a:r>
            <a:endParaRPr/>
          </a:p>
          <a:p>
            <a:pPr indent="-228600" lvl="0" marL="228600" rtl="0" algn="l">
              <a:lnSpc>
                <a:spcPct val="100000"/>
              </a:lnSpc>
              <a:spcBef>
                <a:spcPts val="1000"/>
              </a:spcBef>
              <a:spcAft>
                <a:spcPts val="0"/>
              </a:spcAft>
              <a:buClr>
                <a:schemeClr val="dk1"/>
              </a:buClr>
              <a:buSzPts val="1800"/>
              <a:buFont typeface="Times New Roman"/>
              <a:buChar char="•"/>
            </a:pPr>
            <a:r>
              <a:rPr lang="en-US">
                <a:latin typeface="Times New Roman"/>
                <a:ea typeface="Times New Roman"/>
                <a:cs typeface="Times New Roman"/>
                <a:sym typeface="Times New Roman"/>
              </a:rPr>
              <a:t>Apabila terdapat point yang sama maka penentu adalah Booyah terbanyak </a:t>
            </a:r>
            <a:endParaRPr/>
          </a:p>
          <a:p>
            <a:pPr indent="-228600" lvl="0" marL="228600" rtl="0" algn="l">
              <a:lnSpc>
                <a:spcPct val="100000"/>
              </a:lnSpc>
              <a:spcBef>
                <a:spcPts val="1000"/>
              </a:spcBef>
              <a:spcAft>
                <a:spcPts val="0"/>
              </a:spcAft>
              <a:buClr>
                <a:schemeClr val="dk1"/>
              </a:buClr>
              <a:buSzPts val="1800"/>
              <a:buFont typeface="Times New Roman"/>
              <a:buChar char="•"/>
            </a:pPr>
            <a:r>
              <a:rPr lang="en-US">
                <a:latin typeface="Times New Roman"/>
                <a:ea typeface="Times New Roman"/>
                <a:cs typeface="Times New Roman"/>
                <a:sym typeface="Times New Roman"/>
              </a:rPr>
              <a:t>Apabila tidak ada Booyah maka akan dihitung melalui kill terbanyak apabila masih seimbang maka akan diambil dari placement teratas pada map terakhir.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2"/>
          <p:cNvSpPr txBox="1"/>
          <p:nvPr/>
        </p:nvSpPr>
        <p:spPr>
          <a:xfrm>
            <a:off x="2361060" y="921366"/>
            <a:ext cx="7729800" cy="12135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955" rtl="0" algn="ctr">
              <a:lnSpc>
                <a:spcPct val="100000"/>
              </a:lnSpc>
              <a:spcBef>
                <a:spcPts val="0"/>
              </a:spcBef>
              <a:spcAft>
                <a:spcPts val="0"/>
              </a:spcAft>
              <a:buClr>
                <a:srgbClr val="000000"/>
              </a:buClr>
              <a:buSzPts val="2800"/>
              <a:buFont typeface="Arial"/>
              <a:buNone/>
            </a:pPr>
            <a:r>
              <a:rPr b="1" i="0" lang="en-US" sz="2800" u="none" cap="none" strike="noStrike">
                <a:solidFill>
                  <a:srgbClr val="252525"/>
                </a:solidFill>
                <a:latin typeface="Times New Roman"/>
                <a:ea typeface="Times New Roman"/>
                <a:cs typeface="Times New Roman"/>
                <a:sym typeface="Times New Roman"/>
              </a:rPr>
              <a:t>TERIMAKASIH</a:t>
            </a:r>
            <a:endParaRPr/>
          </a:p>
          <a:p>
            <a:pPr indent="0" lvl="0" marL="0" marR="20955"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21" name="Google Shape;121;p12"/>
          <p:cNvSpPr txBox="1"/>
          <p:nvPr/>
        </p:nvSpPr>
        <p:spPr>
          <a:xfrm>
            <a:off x="2239675" y="2344393"/>
            <a:ext cx="7972500" cy="3243900"/>
          </a:xfrm>
          <a:prstGeom prst="rect">
            <a:avLst/>
          </a:prstGeom>
          <a:noFill/>
          <a:ln>
            <a:noFill/>
          </a:ln>
        </p:spPr>
        <p:txBody>
          <a:bodyPr anchorCtr="0" anchor="t" bIns="0" lIns="0" spcFirstLastPara="1" rIns="0" wrap="square" tIns="138425">
            <a:sp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rgbClr val="252525"/>
                </a:solidFill>
                <a:latin typeface="Times New Roman"/>
                <a:ea typeface="Times New Roman"/>
                <a:cs typeface="Times New Roman"/>
                <a:sym typeface="Times New Roman"/>
              </a:rPr>
              <a:t>LOKASI DAN TANGGAL PERTANDINGAN :</a:t>
            </a:r>
            <a:endParaRPr b="0"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700"/>
              <a:buFont typeface="Arial"/>
              <a:buNone/>
            </a:pPr>
            <a:r>
              <a:t/>
            </a:r>
            <a:endParaRPr sz="3700">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i="0" lang="en-US" sz="3700" u="none" cap="none" strike="noStrike">
                <a:solidFill>
                  <a:srgbClr val="252525"/>
                </a:solidFill>
                <a:latin typeface="Times New Roman"/>
                <a:ea typeface="Times New Roman"/>
                <a:cs typeface="Times New Roman"/>
                <a:sym typeface="Times New Roman"/>
              </a:rPr>
              <a:t>GRAHA YOWANA SUCI</a:t>
            </a:r>
            <a:endParaRPr b="1"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lang="en-US" sz="3700">
                <a:solidFill>
                  <a:srgbClr val="252525"/>
                </a:solidFill>
                <a:latin typeface="Times New Roman"/>
                <a:ea typeface="Times New Roman"/>
                <a:cs typeface="Times New Roman"/>
                <a:sym typeface="Times New Roman"/>
              </a:rPr>
              <a:t>28 MARET 2026</a:t>
            </a:r>
            <a:endParaRPr b="1" sz="3700">
              <a:solidFill>
                <a:srgbClr val="252525"/>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2026-03-12T05:38:13Z</dcterms:created>
  <dc:creator>TSC-AKA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2026-02-26T00:00:00Z</vt:filetime>
  </property>
  <property fmtid="{D5CDD505-2E9C-101B-9397-08002B2CF9AE}" pid="3" name="Creator">
    <vt:lpwstr>WPS Presentation</vt:lpwstr>
  </property>
  <property fmtid="{D5CDD505-2E9C-101B-9397-08002B2CF9AE}" pid="4" name="LastSaved">
    <vt:filetime>2026-03-12T00:00:00Z</vt:filetime>
  </property>
  <property fmtid="{D5CDD505-2E9C-101B-9397-08002B2CF9AE}" pid="5" name="SourceModified">
    <vt:lpwstr>D:20260226210119+08'00'</vt:lpwstr>
  </property>
</Properties>
</file>