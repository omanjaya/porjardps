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g7tToQMeT9O8tgvvE8DLXLp3Dh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E3AA39-C246-42A8-8AE1-F96715740945}">
  <a:tblStyle styleId="{7FE3AA39-C246-42A8-8AE1-F9671574094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 name="Google Shape;42;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 name="Google Shape;48;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1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3"/>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8" name="Shape 18"/>
        <p:cNvGrpSpPr/>
        <p:nvPr/>
      </p:nvGrpSpPr>
      <p:grpSpPr>
        <a:xfrm>
          <a:off x="0" y="0"/>
          <a:ext cx="0" cy="0"/>
          <a:chOff x="0" y="0"/>
          <a:chExt cx="0" cy="0"/>
        </a:xfrm>
      </p:grpSpPr>
      <p:sp>
        <p:nvSpPr>
          <p:cNvPr id="19" name="Google Shape;19;p14"/>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1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6"/>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12"/>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700" u="none" cap="none" strike="noStrike">
                <a:solidFill>
                  <a:srgbClr val="252525"/>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2"/>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1600200" y="2386583"/>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0" anchor="t" bIns="0" lIns="0" spcFirstLastPara="1" rIns="0" wrap="square" tIns="488300">
            <a:spAutoFit/>
          </a:bodyPr>
          <a:lstStyle/>
          <a:p>
            <a:pPr indent="0" lvl="0" marL="0" marR="19685" rtl="0" algn="ctr">
              <a:lnSpc>
                <a:spcPct val="100000"/>
              </a:lnSpc>
              <a:spcBef>
                <a:spcPts val="0"/>
              </a:spcBef>
              <a:spcAft>
                <a:spcPts val="0"/>
              </a:spcAft>
              <a:buSzPts val="1400"/>
              <a:buNone/>
            </a:pPr>
            <a:r>
              <a:rPr b="1" lang="en-US" sz="3800">
                <a:latin typeface="Times New Roman"/>
                <a:ea typeface="Times New Roman"/>
                <a:cs typeface="Times New Roman"/>
                <a:sym typeface="Times New Roman"/>
              </a:rPr>
              <a:t>PERATURAN</a:t>
            </a:r>
            <a:endParaRPr sz="3800">
              <a:latin typeface="Times New Roman"/>
              <a:ea typeface="Times New Roman"/>
              <a:cs typeface="Times New Roman"/>
              <a:sym typeface="Times New Roman"/>
            </a:endParaRPr>
          </a:p>
        </p:txBody>
      </p:sp>
      <p:sp>
        <p:nvSpPr>
          <p:cNvPr id="45" name="Google Shape;45;p1"/>
          <p:cNvSpPr txBox="1"/>
          <p:nvPr/>
        </p:nvSpPr>
        <p:spPr>
          <a:xfrm>
            <a:off x="2971800" y="4343400"/>
            <a:ext cx="6248400" cy="1133002"/>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E FOOTBALL SMP 2026</a:t>
            </a:r>
            <a:endParaRPr b="1" i="0" sz="3600" u="none" cap="none" strike="noStrike">
              <a:solidFill>
                <a:srgbClr val="404040"/>
              </a:solidFill>
              <a:latin typeface="Times New Roman"/>
              <a:ea typeface="Times New Roman"/>
              <a:cs typeface="Times New Roman"/>
              <a:sym typeface="Times New Roman"/>
            </a:endParaRPr>
          </a:p>
          <a:p>
            <a:pPr indent="0" lvl="0" marL="12700" marR="0" rtl="0" algn="ctr">
              <a:lnSpc>
                <a:spcPct val="100000"/>
              </a:lnSpc>
              <a:spcBef>
                <a:spcPts val="95"/>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PORJAR DENPASAR</a:t>
            </a:r>
            <a:endParaRPr b="0" i="0" sz="3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2231135" y="964691"/>
            <a:ext cx="7729855" cy="78226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PERATURAN UMUM</a:t>
            </a:r>
            <a:endParaRPr sz="2800">
              <a:latin typeface="Times New Roman"/>
              <a:ea typeface="Times New Roman"/>
              <a:cs typeface="Times New Roman"/>
              <a:sym typeface="Times New Roman"/>
            </a:endParaRPr>
          </a:p>
        </p:txBody>
      </p:sp>
      <p:sp>
        <p:nvSpPr>
          <p:cNvPr id="51" name="Google Shape;51;p2"/>
          <p:cNvSpPr txBox="1"/>
          <p:nvPr/>
        </p:nvSpPr>
        <p:spPr>
          <a:xfrm>
            <a:off x="2310129" y="2129247"/>
            <a:ext cx="7572900" cy="2838300"/>
          </a:xfrm>
          <a:prstGeom prst="rect">
            <a:avLst/>
          </a:prstGeom>
          <a:noFill/>
          <a:ln>
            <a:noFill/>
          </a:ln>
        </p:spPr>
        <p:txBody>
          <a:bodyPr anchorCtr="0" anchor="t" bIns="0" lIns="0" spcFirstLastPara="1" rIns="0" wrap="square" tIns="64750">
            <a:spAutoFit/>
          </a:bodyPr>
          <a:lstStyle/>
          <a:p>
            <a:pPr indent="-342900" lvl="0" marL="355600" marR="6350" rtl="0" algn="just">
              <a:lnSpc>
                <a:spcPct val="101818"/>
              </a:lnSpc>
              <a:spcBef>
                <a:spcPts val="0"/>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Seluruh  peserta  diwajibkan  untuk  mengerti  dan  mengikuti seluruh peraturan yang berlaku.</a:t>
            </a:r>
            <a:endParaRPr b="0" i="0" sz="2200" u="none" cap="none" strike="noStrike">
              <a:solidFill>
                <a:srgbClr val="000000"/>
              </a:solidFill>
              <a:latin typeface="Times New Roman"/>
              <a:ea typeface="Times New Roman"/>
              <a:cs typeface="Times New Roman"/>
              <a:sym typeface="Times New Roman"/>
            </a:endParaRPr>
          </a:p>
          <a:p>
            <a:pPr indent="-342900" lvl="0" marL="355600" marR="5080" rtl="0" algn="just">
              <a:lnSpc>
                <a:spcPct val="86600"/>
              </a:lnSpc>
              <a:spcBef>
                <a:spcPts val="1055"/>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Pada  tanggal pertandingan, peserta  sudah  berkumpul  di  area pertandingan 30 menit sebelum bertanding, tidak ada toleransi keterlambatan, jika satu tim terdapat  pemain  yang  tidak  hadir  maka  pertandingan  tetap dilanjutkan   dengan   sisa   pemain   yang   ada   di   lokasi pertandingan.</a:t>
            </a:r>
            <a:endParaRPr b="0" i="0" sz="2200" u="none" cap="none" strike="noStrike">
              <a:solidFill>
                <a:srgbClr val="000000"/>
              </a:solidFill>
              <a:latin typeface="Times New Roman"/>
              <a:ea typeface="Times New Roman"/>
              <a:cs typeface="Times New Roman"/>
              <a:sym typeface="Times New Roman"/>
            </a:endParaRPr>
          </a:p>
          <a:p>
            <a:pPr indent="0" lvl="0" marL="0" marR="5715" rtl="0" algn="just">
              <a:lnSpc>
                <a:spcPct val="101818"/>
              </a:lnSpc>
              <a:spcBef>
                <a:spcPts val="1115"/>
              </a:spcBef>
              <a:spcAft>
                <a:spcPts val="0"/>
              </a:spcAft>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ph type="title"/>
          </p:nvPr>
        </p:nvSpPr>
        <p:spPr>
          <a:xfrm>
            <a:off x="2231073" y="372741"/>
            <a:ext cx="7729800" cy="7824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PERATURAN UMUM</a:t>
            </a:r>
            <a:endParaRPr sz="2800">
              <a:latin typeface="Times New Roman"/>
              <a:ea typeface="Times New Roman"/>
              <a:cs typeface="Times New Roman"/>
              <a:sym typeface="Times New Roman"/>
            </a:endParaRPr>
          </a:p>
        </p:txBody>
      </p:sp>
      <p:sp>
        <p:nvSpPr>
          <p:cNvPr id="57" name="Google Shape;57;p3"/>
          <p:cNvSpPr txBox="1"/>
          <p:nvPr/>
        </p:nvSpPr>
        <p:spPr>
          <a:xfrm>
            <a:off x="2231074" y="1582938"/>
            <a:ext cx="7571100" cy="2175600"/>
          </a:xfrm>
          <a:prstGeom prst="rect">
            <a:avLst/>
          </a:prstGeom>
          <a:noFill/>
          <a:ln>
            <a:noFill/>
          </a:ln>
        </p:spPr>
        <p:txBody>
          <a:bodyPr anchorCtr="0" anchor="t" bIns="0" lIns="0" spcFirstLastPara="1" rIns="0" wrap="square" tIns="12700">
            <a:spAutoFit/>
          </a:bodyPr>
          <a:lstStyle/>
          <a:p>
            <a:pPr indent="-342900" lvl="0" marL="355600" marR="5080" rtl="0" algn="just">
              <a:lnSpc>
                <a:spcPct val="106900"/>
              </a:lnSpc>
              <a:spcBef>
                <a:spcPts val="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Panitia  bisa  memberikan  diskualifikasi  kepada  peserta  selama  turnamen sewaktu-waktu jika ada tindakan yang melanggar peraturan dan kelakuan buruk oleh peserta.</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bergabung dalam Group Whatsapp.</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untuk berada di sekitar area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Setelah menyelesaikan pertandingan, Bagi peserta yang  menang segera</a:t>
            </a:r>
            <a:endParaRPr b="0" i="0" sz="1800" u="none" cap="none" strike="noStrike">
              <a:solidFill>
                <a:srgbClr val="000000"/>
              </a:solidFill>
              <a:latin typeface="Times New Roman"/>
              <a:ea typeface="Times New Roman"/>
              <a:cs typeface="Times New Roman"/>
              <a:sym typeface="Times New Roman"/>
            </a:endParaRPr>
          </a:p>
        </p:txBody>
      </p:sp>
      <p:sp>
        <p:nvSpPr>
          <p:cNvPr id="58" name="Google Shape;58;p3"/>
          <p:cNvSpPr txBox="1"/>
          <p:nvPr/>
        </p:nvSpPr>
        <p:spPr>
          <a:xfrm>
            <a:off x="2231075" y="3758550"/>
            <a:ext cx="9647100" cy="3394800"/>
          </a:xfrm>
          <a:prstGeom prst="rect">
            <a:avLst/>
          </a:prstGeom>
          <a:noFill/>
          <a:ln>
            <a:noFill/>
          </a:ln>
        </p:spPr>
        <p:txBody>
          <a:bodyPr anchorCtr="0" anchor="t" bIns="0" lIns="0" spcFirstLastPara="1" rIns="0" wrap="square" tIns="158750">
            <a:spAutoFit/>
          </a:bodyPr>
          <a:lstStyle/>
          <a:p>
            <a:pPr indent="0" lvl="0" marL="355600" marR="0" rtl="0" algn="l">
              <a:lnSpc>
                <a:spcPct val="100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menghubungi panitia untuk hasil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wajib menggunakan pakaian yang s</a:t>
            </a:r>
            <a:r>
              <a:rPr lang="en-US" sz="1800">
                <a:solidFill>
                  <a:srgbClr val="252525"/>
                </a:solidFill>
                <a:latin typeface="Times New Roman"/>
                <a:ea typeface="Times New Roman"/>
                <a:cs typeface="Times New Roman"/>
                <a:sym typeface="Times New Roman"/>
              </a:rPr>
              <a:t>eragam (contoh : apabila memakai seragam olahraga, semua peserta wajib menggunakan pakaian yang sama dengan identitas sekolah)</a:t>
            </a:r>
            <a:r>
              <a:rPr b="0" i="0" lang="en-US" sz="1800" u="none" cap="none" strike="noStrike">
                <a:solidFill>
                  <a:srgbClr val="252525"/>
                </a:solidFill>
                <a:latin typeface="Times New Roman"/>
                <a:ea typeface="Times New Roman"/>
                <a:cs typeface="Times New Roman"/>
                <a:sym typeface="Times New Roman"/>
              </a:rPr>
              <a:t> dan menggunakan sepatu</a:t>
            </a:r>
            <a:endParaRPr b="0" i="0" sz="18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Peserta wajib membawa penanda identitas (Kartu pelajar), Rapot dan surat keterangan</a:t>
            </a:r>
            <a:endParaRPr b="0" i="0" sz="1800" u="none" cap="none" strike="noStrike">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Sebelum pertandingan, peserta wajib menunjukkan identitas</a:t>
            </a:r>
            <a:r>
              <a:rPr lang="en-US" sz="1800">
                <a:solidFill>
                  <a:srgbClr val="262626"/>
                </a:solidFill>
                <a:latin typeface="Times New Roman"/>
                <a:ea typeface="Times New Roman"/>
                <a:cs typeface="Times New Roman"/>
                <a:sym typeface="Times New Roman"/>
              </a:rPr>
              <a:t> </a:t>
            </a:r>
            <a:endParaRPr sz="1800">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lang="en-US" sz="1800">
                <a:solidFill>
                  <a:srgbClr val="262626"/>
                </a:solidFill>
                <a:latin typeface="Times New Roman"/>
                <a:ea typeface="Times New Roman"/>
                <a:cs typeface="Times New Roman"/>
                <a:sym typeface="Times New Roman"/>
              </a:rPr>
              <a:t>Apabila pada saat pengacakan bagan terdapat tim dari sekolah yang sama berada di satu bagan maka tidak akan ada pengacakan bagan ulang</a:t>
            </a:r>
            <a:endParaRPr sz="1800">
              <a:solidFill>
                <a:srgbClr val="262626"/>
              </a:solidFill>
              <a:latin typeface="Times New Roman"/>
              <a:ea typeface="Times New Roman"/>
              <a:cs typeface="Times New Roman"/>
              <a:sym typeface="Times New Roman"/>
            </a:endParaRPr>
          </a:p>
          <a:p>
            <a:pPr indent="0" lvl="0" marL="457200" marR="0" rtl="0" algn="l">
              <a:lnSpc>
                <a:spcPct val="100000"/>
              </a:lnSpc>
              <a:spcBef>
                <a:spcPts val="1155"/>
              </a:spcBef>
              <a:spcAft>
                <a:spcPts val="0"/>
              </a:spcAft>
              <a:buClr>
                <a:srgbClr val="000000"/>
              </a:buClr>
              <a:buSzPts val="1800"/>
              <a:buFont typeface="Arial"/>
              <a:buNone/>
            </a:pPr>
            <a:r>
              <a:t/>
            </a:r>
            <a:endParaRPr b="0" i="0" sz="1800" u="none" cap="none" strike="noStrike">
              <a:solidFill>
                <a:srgbClr val="252525"/>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ph type="title"/>
          </p:nvPr>
        </p:nvSpPr>
        <p:spPr>
          <a:xfrm>
            <a:off x="2231123" y="719241"/>
            <a:ext cx="7729800" cy="8061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10500">
            <a:spAutoFit/>
          </a:bodyPr>
          <a:lstStyle/>
          <a:p>
            <a:pPr indent="0" lvl="0" marL="484505" rtl="0" algn="l">
              <a:lnSpc>
                <a:spcPct val="100000"/>
              </a:lnSpc>
              <a:spcBef>
                <a:spcPts val="0"/>
              </a:spcBef>
              <a:spcAft>
                <a:spcPts val="0"/>
              </a:spcAft>
              <a:buSzPts val="1400"/>
              <a:buNone/>
            </a:pPr>
            <a:r>
              <a:rPr b="1" lang="en-US" sz="3200">
                <a:latin typeface="Times New Roman"/>
                <a:ea typeface="Times New Roman"/>
                <a:cs typeface="Times New Roman"/>
                <a:sym typeface="Times New Roman"/>
              </a:rPr>
              <a:t>PENALTI/DISKUALIFIKASI/WO</a:t>
            </a:r>
            <a:endParaRPr sz="3200">
              <a:latin typeface="Times New Roman"/>
              <a:ea typeface="Times New Roman"/>
              <a:cs typeface="Times New Roman"/>
              <a:sym typeface="Times New Roman"/>
            </a:endParaRPr>
          </a:p>
        </p:txBody>
      </p:sp>
      <p:sp>
        <p:nvSpPr>
          <p:cNvPr id="64" name="Google Shape;64;p4"/>
          <p:cNvSpPr txBox="1"/>
          <p:nvPr/>
        </p:nvSpPr>
        <p:spPr>
          <a:xfrm>
            <a:off x="2310179" y="2023030"/>
            <a:ext cx="7571700" cy="5193600"/>
          </a:xfrm>
          <a:prstGeom prst="rect">
            <a:avLst/>
          </a:prstGeom>
          <a:noFill/>
          <a:ln>
            <a:noFill/>
          </a:ln>
        </p:spPr>
        <p:txBody>
          <a:bodyPr anchorCtr="0" anchor="t" bIns="0" lIns="0" spcFirstLastPara="1" rIns="0" wrap="square" tIns="46350">
            <a:spAutoFit/>
          </a:bodyPr>
          <a:lstStyle/>
          <a:p>
            <a:pPr indent="0" lvl="0" marL="0" marR="5715" rtl="0" algn="l">
              <a:lnSpc>
                <a:spcPct val="101874"/>
              </a:lnSpc>
              <a:spcBef>
                <a:spcPts val="1085"/>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lang="en-US" sz="1600">
                <a:solidFill>
                  <a:srgbClr val="252525"/>
                </a:solidFill>
                <a:latin typeface="Times New Roman"/>
                <a:ea typeface="Times New Roman"/>
                <a:cs typeface="Times New Roman"/>
                <a:sym typeface="Times New Roman"/>
              </a:rPr>
              <a:t>Jika melewati waktu keterlambatan yang telah ditentukan maka akan di diskualifikasi </a:t>
            </a:r>
            <a:endParaRPr sz="1600">
              <a:solidFill>
                <a:srgbClr val="252525"/>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b="0" i="0" lang="en-US" sz="1600" u="none" cap="none" strike="noStrike">
                <a:solidFill>
                  <a:srgbClr val="252525"/>
                </a:solidFill>
                <a:latin typeface="Times New Roman"/>
                <a:ea typeface="Times New Roman"/>
                <a:cs typeface="Times New Roman"/>
                <a:sym typeface="Times New Roman"/>
              </a:rPr>
              <a:t>Panitia berhak mendiskualifikasi pemain yang bertindak kasar, tidak sopan dan berkata kasar terhadap sesama player atau panitia.</a:t>
            </a:r>
            <a:endParaRPr b="0" i="0" sz="1600" u="none" cap="none" strike="noStrike">
              <a:solidFill>
                <a:srgbClr val="252525"/>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252525"/>
              </a:buClr>
              <a:buSzPts val="1600"/>
              <a:buFont typeface="Times New Roman"/>
              <a:buAutoNum type="arabicPeriod"/>
            </a:pPr>
            <a:r>
              <a:rPr lang="en-US" sz="1600">
                <a:solidFill>
                  <a:srgbClr val="252525"/>
                </a:solidFill>
                <a:latin typeface="Times New Roman"/>
                <a:ea typeface="Times New Roman"/>
                <a:cs typeface="Times New Roman"/>
                <a:sym typeface="Times New Roman"/>
              </a:rPr>
              <a:t>Apabila peserta memencet tombol start pada saat permainan sedang berjalan dan bukan dalam keadaan free kick, throw in, goal kick, dan corner kick, maka peserta akan diberikan peringatan.</a:t>
            </a:r>
            <a:endParaRPr sz="1600">
              <a:solidFill>
                <a:srgbClr val="252525"/>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252525"/>
              </a:buClr>
              <a:buSzPts val="1600"/>
              <a:buFont typeface="Times New Roman"/>
              <a:buAutoNum type="arabicPeriod"/>
            </a:pPr>
            <a:r>
              <a:rPr lang="en-US" sz="1600">
                <a:solidFill>
                  <a:srgbClr val="252525"/>
                </a:solidFill>
                <a:latin typeface="Times New Roman"/>
                <a:ea typeface="Times New Roman"/>
                <a:cs typeface="Times New Roman"/>
                <a:sym typeface="Times New Roman"/>
              </a:rPr>
              <a:t>TIDAK </a:t>
            </a:r>
            <a:r>
              <a:rPr lang="en-US" sz="1600">
                <a:solidFill>
                  <a:srgbClr val="252525"/>
                </a:solidFill>
                <a:latin typeface="Times New Roman"/>
                <a:ea typeface="Times New Roman"/>
                <a:cs typeface="Times New Roman"/>
                <a:sym typeface="Times New Roman"/>
              </a:rPr>
              <a:t>DIPERBOLEHKAN merokok</a:t>
            </a:r>
            <a:r>
              <a:rPr lang="en-US" sz="1600">
                <a:solidFill>
                  <a:srgbClr val="252525"/>
                </a:solidFill>
                <a:latin typeface="Times New Roman"/>
                <a:ea typeface="Times New Roman"/>
                <a:cs typeface="Times New Roman"/>
                <a:sym typeface="Times New Roman"/>
              </a:rPr>
              <a:t> dan menghisap vape, maka akan diberikan peringatan.</a:t>
            </a:r>
            <a:endParaRPr sz="1600">
              <a:solidFill>
                <a:srgbClr val="252525"/>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252525"/>
              </a:buClr>
              <a:buSzPts val="1600"/>
              <a:buFont typeface="Times New Roman"/>
              <a:buAutoNum type="arabicPeriod"/>
            </a:pPr>
            <a:r>
              <a:rPr lang="en-US" sz="1600">
                <a:solidFill>
                  <a:srgbClr val="252525"/>
                </a:solidFill>
                <a:latin typeface="Times New Roman"/>
                <a:ea typeface="Times New Roman"/>
                <a:cs typeface="Times New Roman"/>
                <a:sym typeface="Times New Roman"/>
              </a:rPr>
              <a:t>Pelanggaran Format Turnamen akan diberikan 3x peringatan atau diskualifikasi secara langsung apabila peserta melanggar peraturan. Akumulasi peringatan yang diberikan sebanyak maksimal 3x sudah termasuk perilaku seperti </a:t>
            </a:r>
            <a:r>
              <a:rPr lang="en-US" sz="1600">
                <a:solidFill>
                  <a:srgbClr val="252525"/>
                </a:solidFill>
                <a:latin typeface="Times New Roman"/>
                <a:ea typeface="Times New Roman"/>
                <a:cs typeface="Times New Roman"/>
                <a:sym typeface="Times New Roman"/>
              </a:rPr>
              <a:t> merokok, menghisap vape </a:t>
            </a:r>
            <a:r>
              <a:rPr lang="en-US" sz="1600">
                <a:solidFill>
                  <a:srgbClr val="252525"/>
                </a:solidFill>
                <a:latin typeface="Times New Roman"/>
                <a:ea typeface="Times New Roman"/>
                <a:cs typeface="Times New Roman"/>
                <a:sym typeface="Times New Roman"/>
              </a:rPr>
              <a:t>bertindak kasar, tidak sopan, berkata kasar terhadap sesama player atau panitia, dan memencet tombol start pada saat permainan dengan sanksi berupa </a:t>
            </a:r>
            <a:r>
              <a:rPr b="1" lang="en-US" sz="1600">
                <a:solidFill>
                  <a:srgbClr val="252525"/>
                </a:solidFill>
                <a:latin typeface="Times New Roman"/>
                <a:ea typeface="Times New Roman"/>
                <a:cs typeface="Times New Roman"/>
                <a:sym typeface="Times New Roman"/>
              </a:rPr>
              <a:t>1 POIN, apabila peserta melakukannya lagi pada saat lolos grup, maka akan langsung dianggap WO</a:t>
            </a:r>
            <a:endParaRPr b="1" sz="1600">
              <a:solidFill>
                <a:srgbClr val="252525"/>
              </a:solidFill>
              <a:latin typeface="Times New Roman"/>
              <a:ea typeface="Times New Roman"/>
              <a:cs typeface="Times New Roman"/>
              <a:sym typeface="Times New Roman"/>
            </a:endParaRPr>
          </a:p>
          <a:p>
            <a:pPr indent="0" lvl="0" marL="457200" marR="5080" rtl="0" algn="l">
              <a:lnSpc>
                <a:spcPct val="104375"/>
              </a:lnSpc>
              <a:spcBef>
                <a:spcPts val="1040"/>
              </a:spcBef>
              <a:spcAft>
                <a:spcPts val="0"/>
              </a:spcAft>
              <a:buNone/>
            </a:pPr>
            <a:r>
              <a:t/>
            </a:r>
            <a:endParaRPr sz="1600">
              <a:solidFill>
                <a:srgbClr val="252525"/>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txBox="1"/>
          <p:nvPr>
            <p:ph type="title"/>
          </p:nvPr>
        </p:nvSpPr>
        <p:spPr>
          <a:xfrm>
            <a:off x="2231135" y="964691"/>
            <a:ext cx="7729855" cy="118872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58400">
            <a:spAutoFit/>
          </a:bodyPr>
          <a:lstStyle/>
          <a:p>
            <a:pPr indent="0" lvl="0" marL="0" marR="19685" rtl="0" algn="ctr">
              <a:lnSpc>
                <a:spcPct val="100000"/>
              </a:lnSpc>
              <a:spcBef>
                <a:spcPts val="0"/>
              </a:spcBef>
              <a:spcAft>
                <a:spcPts val="0"/>
              </a:spcAft>
              <a:buSzPts val="1400"/>
              <a:buNone/>
            </a:pPr>
            <a:r>
              <a:rPr b="1" lang="en-US" sz="4000">
                <a:latin typeface="Times New Roman"/>
                <a:ea typeface="Times New Roman"/>
                <a:cs typeface="Times New Roman"/>
                <a:sym typeface="Times New Roman"/>
              </a:rPr>
              <a:t>KLAIM TURNAMEN</a:t>
            </a:r>
            <a:endParaRPr sz="4000">
              <a:latin typeface="Times New Roman"/>
              <a:ea typeface="Times New Roman"/>
              <a:cs typeface="Times New Roman"/>
              <a:sym typeface="Times New Roman"/>
            </a:endParaRPr>
          </a:p>
        </p:txBody>
      </p:sp>
      <p:sp>
        <p:nvSpPr>
          <p:cNvPr id="70" name="Google Shape;70;p5"/>
          <p:cNvSpPr txBox="1"/>
          <p:nvPr/>
        </p:nvSpPr>
        <p:spPr>
          <a:xfrm>
            <a:off x="2310129" y="2511297"/>
            <a:ext cx="7572375" cy="2080260"/>
          </a:xfrm>
          <a:prstGeom prst="rect">
            <a:avLst/>
          </a:prstGeom>
          <a:noFill/>
          <a:ln>
            <a:noFill/>
          </a:ln>
        </p:spPr>
        <p:txBody>
          <a:bodyPr anchorCtr="0" anchor="t" bIns="0" lIns="0" spcFirstLastPara="1" rIns="0" wrap="square" tIns="12050">
            <a:spAutoFit/>
          </a:bodyPr>
          <a:lstStyle/>
          <a:p>
            <a:pPr indent="0" lvl="0" marL="12700" marR="5080" rtl="0" algn="just">
              <a:lnSpc>
                <a:spcPct val="107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6"/>
          <p:cNvSpPr txBox="1"/>
          <p:nvPr>
            <p:ph type="title"/>
          </p:nvPr>
        </p:nvSpPr>
        <p:spPr>
          <a:xfrm>
            <a:off x="612840" y="390875"/>
            <a:ext cx="10515600" cy="1054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12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br>
              <a:rPr b="1"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76" name="Google Shape;76;p6"/>
          <p:cNvSpPr txBox="1"/>
          <p:nvPr/>
        </p:nvSpPr>
        <p:spPr>
          <a:xfrm>
            <a:off x="3660400" y="1588525"/>
            <a:ext cx="7708800" cy="4168500"/>
          </a:xfrm>
          <a:prstGeom prst="rect">
            <a:avLst/>
          </a:prstGeom>
          <a:noFill/>
          <a:ln>
            <a:noFill/>
          </a:ln>
        </p:spPr>
        <p:txBody>
          <a:bodyPr anchorCtr="0" anchor="t" bIns="0" lIns="0" spcFirstLastPara="1" rIns="0" wrap="square" tIns="11365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a:t>
            </a:r>
            <a:r>
              <a:rPr lang="en-US" sz="1300">
                <a:solidFill>
                  <a:srgbClr val="252525"/>
                </a:solidFill>
                <a:latin typeface="Times New Roman"/>
                <a:ea typeface="Times New Roman"/>
                <a:cs typeface="Times New Roman"/>
                <a:sym typeface="Times New Roman"/>
              </a:rPr>
              <a:t>Group </a:t>
            </a:r>
            <a:r>
              <a:rPr lang="en-US" sz="1300">
                <a:solidFill>
                  <a:srgbClr val="252525"/>
                </a:solidFill>
              </a:rPr>
              <a:t>=&gt;</a:t>
            </a:r>
            <a:r>
              <a:rPr lang="en-US" sz="1300">
                <a:solidFill>
                  <a:srgbClr val="252525"/>
                </a:solidFill>
                <a:latin typeface="Times New Roman"/>
                <a:ea typeface="Times New Roman"/>
                <a:cs typeface="Times New Roman"/>
                <a:sym typeface="Times New Roman"/>
              </a:rPr>
              <a:t> </a:t>
            </a:r>
            <a:r>
              <a:rPr b="0" i="0" lang="en-US" sz="1300" u="none" cap="none" strike="noStrike">
                <a:solidFill>
                  <a:srgbClr val="252525"/>
                </a:solidFill>
                <a:latin typeface="Times New Roman"/>
                <a:ea typeface="Times New Roman"/>
                <a:cs typeface="Times New Roman"/>
                <a:sym typeface="Times New Roman"/>
              </a:rPr>
              <a:t>Knockout (BO 1) </a:t>
            </a:r>
            <a:r>
              <a:rPr lang="en-US" sz="1300">
                <a:solidFill>
                  <a:srgbClr val="252525"/>
                </a:solidFill>
              </a:rPr>
              <a:t>=&gt; </a:t>
            </a:r>
            <a:r>
              <a:rPr lang="en-US" sz="1300">
                <a:solidFill>
                  <a:srgbClr val="252525"/>
                </a:solidFill>
                <a:latin typeface="Times New Roman"/>
                <a:ea typeface="Times New Roman"/>
                <a:cs typeface="Times New Roman"/>
                <a:sym typeface="Times New Roman"/>
              </a:rPr>
              <a:t>Semifinal (BO 1), Final (BO 3), dan perebutan juara 3 (BO 3) </a:t>
            </a:r>
            <a:r>
              <a:rPr b="1" lang="en-US" sz="1300">
                <a:solidFill>
                  <a:srgbClr val="252525"/>
                </a:solidFill>
                <a:latin typeface="Times New Roman"/>
                <a:ea typeface="Times New Roman"/>
                <a:cs typeface="Times New Roman"/>
                <a:sym typeface="Times New Roman"/>
              </a:rPr>
              <a:t>UNTUK SOLO DAN DUO</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E Football 2026</a:t>
            </a:r>
            <a:endParaRPr b="0" i="0" sz="13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lang="en-US" sz="1300">
                <a:solidFill>
                  <a:srgbClr val="252525"/>
                </a:solidFill>
              </a:rPr>
              <a:t>: </a:t>
            </a:r>
            <a:r>
              <a:rPr lang="en-US" sz="1300">
                <a:solidFill>
                  <a:srgbClr val="252525"/>
                </a:solidFill>
                <a:latin typeface="Times New Roman"/>
                <a:ea typeface="Times New Roman"/>
                <a:cs typeface="Times New Roman"/>
                <a:sym typeface="Times New Roman"/>
              </a:rPr>
              <a:t>PS 5</a:t>
            </a:r>
            <a:endParaRPr sz="1300">
              <a:solidFill>
                <a:srgbClr val="252525"/>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lang="en-US" sz="1300">
                <a:solidFill>
                  <a:srgbClr val="252525"/>
                </a:solidFill>
              </a:rPr>
              <a:t>: </a:t>
            </a:r>
            <a:r>
              <a:rPr lang="en-US" sz="1300">
                <a:solidFill>
                  <a:srgbClr val="252525"/>
                </a:solidFill>
                <a:latin typeface="Times New Roman"/>
                <a:ea typeface="Times New Roman"/>
                <a:cs typeface="Times New Roman"/>
                <a:sym typeface="Times New Roman"/>
              </a:rPr>
              <a:t>Point | win = +3, draw = +1, lose = 0 &amp; Knockout untuk 2 tim peringkat atas di setiap group</a:t>
            </a:r>
            <a:endParaRPr sz="1300">
              <a:solidFill>
                <a:srgbClr val="252525"/>
              </a:solidFill>
              <a:latin typeface="Times New Roman"/>
              <a:ea typeface="Times New Roman"/>
              <a:cs typeface="Times New Roman"/>
              <a:sym typeface="Times New Roman"/>
            </a:endParaRPr>
          </a:p>
          <a:p>
            <a:pPr indent="0" lvl="0" marL="12700" rtl="0" algn="l">
              <a:lnSpc>
                <a:spcPct val="115000"/>
              </a:lnSpc>
              <a:spcBef>
                <a:spcPts val="800"/>
              </a:spcBef>
              <a:spcAft>
                <a:spcPts val="0"/>
              </a:spcAft>
              <a:buClr>
                <a:schemeClr val="dk1"/>
              </a:buClr>
              <a:buSzPts val="1100"/>
              <a:buFont typeface="Arial"/>
              <a:buNone/>
            </a:pPr>
            <a:r>
              <a:rPr lang="en-US" sz="1300">
                <a:solidFill>
                  <a:srgbClr val="252525"/>
                </a:solidFill>
              </a:rPr>
              <a:t>: </a:t>
            </a:r>
            <a:r>
              <a:rPr lang="en-US" sz="1300">
                <a:solidFill>
                  <a:srgbClr val="252525"/>
                </a:solidFill>
                <a:latin typeface="Times New Roman"/>
                <a:ea typeface="Times New Roman"/>
                <a:cs typeface="Times New Roman"/>
                <a:sym typeface="Times New Roman"/>
              </a:rPr>
              <a:t>Apabila terjadi poin sama, maka akan dilihat selisih gol. Jika selisih gol sama, maka akan dilihat head to head</a:t>
            </a:r>
            <a:endParaRPr sz="1300">
              <a:solidFill>
                <a:srgbClr val="252525"/>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Superstar</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10 minutes</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OFF </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a:t>
            </a:r>
            <a:r>
              <a:rPr lang="en-US" sz="1300">
                <a:solidFill>
                  <a:srgbClr val="252525"/>
                </a:solidFill>
                <a:latin typeface="Times New Roman"/>
                <a:ea typeface="Times New Roman"/>
                <a:cs typeface="Times New Roman"/>
                <a:sym typeface="Times New Roman"/>
              </a:rPr>
              <a:t>N (KNOCKOUT STAGE) DAN SISTEM GROUP OFF</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5</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3</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0</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6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Player name Stage</a:t>
            </a:r>
            <a:endParaRPr b="0" i="0" sz="1300" u="none" cap="none" strike="noStrike">
              <a:solidFill>
                <a:srgbClr val="000000"/>
              </a:solidFill>
              <a:latin typeface="Times New Roman"/>
              <a:ea typeface="Times New Roman"/>
              <a:cs typeface="Times New Roman"/>
              <a:sym typeface="Times New Roman"/>
            </a:endParaRPr>
          </a:p>
        </p:txBody>
      </p:sp>
      <p:sp>
        <p:nvSpPr>
          <p:cNvPr id="77" name="Google Shape;77;p6"/>
          <p:cNvSpPr txBox="1"/>
          <p:nvPr/>
        </p:nvSpPr>
        <p:spPr>
          <a:xfrm>
            <a:off x="937425" y="1618995"/>
            <a:ext cx="2723100" cy="4839600"/>
          </a:xfrm>
          <a:prstGeom prst="rect">
            <a:avLst/>
          </a:prstGeom>
          <a:noFill/>
          <a:ln>
            <a:noFill/>
          </a:ln>
        </p:spPr>
        <p:txBody>
          <a:bodyPr anchorCtr="0" anchor="t" bIns="0" lIns="0" spcFirstLastPara="1" rIns="0" wrap="square" tIns="113650">
            <a:spAutoFit/>
          </a:bodyPr>
          <a:lstStyle/>
          <a:p>
            <a:pPr indent="-342265" lvl="0" marL="354965" marR="0" rtl="0" algn="l">
              <a:lnSpc>
                <a:spcPct val="100000"/>
              </a:lnSpc>
              <a:spcBef>
                <a:spcPts val="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Sistem</a:t>
            </a:r>
            <a:endParaRPr b="0" i="0" sz="1300" u="none" cap="none" strike="noStrike">
              <a:solidFill>
                <a:srgbClr val="25252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300">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a:t>
            </a:r>
            <a:endParaRPr b="0" i="0" sz="13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252525"/>
              </a:buClr>
              <a:buSzPts val="1300"/>
              <a:buFont typeface="Times New Roman"/>
              <a:buAutoNum type="arabicPeriod"/>
            </a:pPr>
            <a:r>
              <a:rPr lang="en-US" sz="1300">
                <a:solidFill>
                  <a:srgbClr val="252525"/>
                </a:solidFill>
                <a:latin typeface="Times New Roman"/>
                <a:ea typeface="Times New Roman"/>
                <a:cs typeface="Times New Roman"/>
                <a:sym typeface="Times New Roman"/>
              </a:rPr>
              <a:t>Device</a:t>
            </a:r>
            <a:endParaRPr sz="1300">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252525"/>
              </a:buClr>
              <a:buSzPts val="1300"/>
              <a:buFont typeface="Times New Roman"/>
              <a:buAutoNum type="arabicPeriod"/>
            </a:pPr>
            <a:r>
              <a:rPr lang="en-US" sz="1300">
                <a:solidFill>
                  <a:srgbClr val="252525"/>
                </a:solidFill>
                <a:latin typeface="Times New Roman"/>
                <a:ea typeface="Times New Roman"/>
                <a:cs typeface="Times New Roman"/>
                <a:sym typeface="Times New Roman"/>
              </a:rPr>
              <a:t>Mode</a:t>
            </a:r>
            <a:endParaRPr sz="1300">
              <a:solidFill>
                <a:srgbClr val="252525"/>
              </a:solidFill>
              <a:latin typeface="Times New Roman"/>
              <a:ea typeface="Times New Roman"/>
              <a:cs typeface="Times New Roman"/>
              <a:sym typeface="Times New Roman"/>
            </a:endParaRPr>
          </a:p>
          <a:p>
            <a:pPr indent="0" lvl="0" marL="457200" marR="0" rtl="0" algn="l">
              <a:lnSpc>
                <a:spcPct val="100000"/>
              </a:lnSpc>
              <a:spcBef>
                <a:spcPts val="795"/>
              </a:spcBef>
              <a:spcAft>
                <a:spcPts val="0"/>
              </a:spcAft>
              <a:buNone/>
            </a:pPr>
            <a:r>
              <a:t/>
            </a:r>
            <a:endParaRPr sz="1300">
              <a:solidFill>
                <a:srgbClr val="252525"/>
              </a:solidFill>
              <a:latin typeface="Times New Roman"/>
              <a:ea typeface="Times New Roman"/>
              <a:cs typeface="Times New Roman"/>
              <a:sym typeface="Times New Roman"/>
            </a:endParaRPr>
          </a:p>
          <a:p>
            <a:pPr indent="-342900" lvl="0" marL="355600" marR="0" rtl="0" algn="l">
              <a:lnSpc>
                <a:spcPct val="100000"/>
              </a:lnSpc>
              <a:spcBef>
                <a:spcPts val="800"/>
              </a:spcBef>
              <a:spcAft>
                <a:spcPts val="0"/>
              </a:spcAft>
              <a:buClr>
                <a:srgbClr val="9BAEB5"/>
              </a:buClr>
              <a:buSzPts val="1300"/>
              <a:buFont typeface="Arial"/>
              <a:buAutoNum type="arabicPeriod"/>
            </a:pPr>
            <a:r>
              <a:rPr b="0" i="0" lang="en-US" sz="1300" u="none" cap="none" strike="noStrike">
                <a:solidFill>
                  <a:srgbClr val="252525"/>
                </a:solidFill>
                <a:latin typeface="Times New Roman"/>
                <a:ea typeface="Times New Roman"/>
                <a:cs typeface="Times New Roman"/>
                <a:sym typeface="Times New Roman"/>
              </a:rPr>
              <a:t>Match level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Extra 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Penalty</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 interval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 speed</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65"/>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Cursor type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Posisi Home dan Away ditentukan berdasarkan bracket yang telah di acak.</a:t>
            </a:r>
            <a:endParaRPr b="0" i="0" sz="13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7"/>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83" name="Google Shape;83;p7"/>
          <p:cNvSpPr txBox="1"/>
          <p:nvPr/>
        </p:nvSpPr>
        <p:spPr>
          <a:xfrm>
            <a:off x="1150111" y="2241089"/>
            <a:ext cx="3087900" cy="400020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Stadium</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Time</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Season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Weather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Length of grass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Pitch Conditions</a:t>
            </a:r>
            <a:endParaRPr b="0" i="0" sz="2800" u="none" cap="none" strike="noStrike">
              <a:solidFill>
                <a:srgbClr val="252525"/>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lang="en-US" sz="2800">
                <a:solidFill>
                  <a:srgbClr val="252525"/>
                </a:solidFill>
                <a:latin typeface="Times New Roman"/>
                <a:ea typeface="Times New Roman"/>
                <a:cs typeface="Times New Roman"/>
                <a:sym typeface="Times New Roman"/>
              </a:rPr>
              <a:t>Uniform rating / Overall rating</a:t>
            </a:r>
            <a:endParaRPr sz="2800">
              <a:solidFill>
                <a:srgbClr val="252525"/>
              </a:solidFill>
              <a:latin typeface="Times New Roman"/>
              <a:ea typeface="Times New Roman"/>
              <a:cs typeface="Times New Roman"/>
              <a:sym typeface="Times New Roman"/>
            </a:endParaRPr>
          </a:p>
        </p:txBody>
      </p:sp>
      <p:sp>
        <p:nvSpPr>
          <p:cNvPr id="84" name="Google Shape;84;p7"/>
          <p:cNvSpPr txBox="1"/>
          <p:nvPr/>
        </p:nvSpPr>
        <p:spPr>
          <a:xfrm>
            <a:off x="4574794" y="2241089"/>
            <a:ext cx="3180000" cy="35691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eFootball™ Stadium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Night</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Winter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Fine</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800">
                <a:solidFill>
                  <a:srgbClr val="252525"/>
                </a:solidFill>
                <a:latin typeface="Times New Roman"/>
                <a:ea typeface="Times New Roman"/>
                <a:cs typeface="Times New Roman"/>
                <a:sym typeface="Times New Roman"/>
              </a:rPr>
              <a:t>: ON</a:t>
            </a:r>
            <a:endParaRPr sz="2800">
              <a:solidFill>
                <a:srgbClr val="252525"/>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0" name="Google Shape;90;p8"/>
          <p:cNvSpPr txBox="1"/>
          <p:nvPr/>
        </p:nvSpPr>
        <p:spPr>
          <a:xfrm>
            <a:off x="1150111" y="2241089"/>
            <a:ext cx="3185100" cy="3138000"/>
          </a:xfrm>
          <a:prstGeom prst="rect">
            <a:avLst/>
          </a:prstGeom>
          <a:noFill/>
          <a:ln>
            <a:noFill/>
          </a:ln>
        </p:spPr>
        <p:txBody>
          <a:bodyPr anchorCtr="0" anchor="t" bIns="0" lIns="0" spcFirstLastPara="1" rIns="0" wrap="square" tIns="88900">
            <a:spAutoFit/>
          </a:bodyPr>
          <a:lstStyle/>
          <a:p>
            <a:pPr indent="-655955" lvl="0" marL="694055" marR="0" rtl="0" algn="l">
              <a:lnSpc>
                <a:spcPct val="100000"/>
              </a:lnSpc>
              <a:spcBef>
                <a:spcPts val="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Camera Type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5"/>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Zoom</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Height</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Directional guide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Audio mode</a:t>
            </a:r>
            <a:endParaRPr b="0" i="0" sz="2400" u="none" cap="none" strike="noStrike">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Smart Assist</a:t>
            </a:r>
            <a:endParaRPr sz="2400">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TIM </a:t>
            </a:r>
            <a:endParaRPr sz="2400">
              <a:solidFill>
                <a:srgbClr val="252525"/>
              </a:solidFill>
              <a:latin typeface="Times New Roman"/>
              <a:ea typeface="Times New Roman"/>
              <a:cs typeface="Times New Roman"/>
              <a:sym typeface="Times New Roman"/>
            </a:endParaRPr>
          </a:p>
        </p:txBody>
      </p:sp>
      <p:sp>
        <p:nvSpPr>
          <p:cNvPr id="91" name="Google Shape;91;p8"/>
          <p:cNvSpPr txBox="1"/>
          <p:nvPr/>
        </p:nvSpPr>
        <p:spPr>
          <a:xfrm>
            <a:off x="4574800" y="2241100"/>
            <a:ext cx="6689700" cy="47544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Dynamic Wide (Custom)</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OFF (Under controller settings)</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eSports</a:t>
            </a:r>
            <a:endParaRPr b="0" i="0" sz="24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OFF</a:t>
            </a:r>
            <a:endParaRPr sz="2400">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LICENSE CLUB (CEK DI WEBSITE KONAMI) DAN TIM TIDAK BOLEH SAMA. APABILA ADA YANG MEMAKAI TIM YANG SAMA, MAKA AKAN DILAKUKAN TOS KOIN</a:t>
            </a:r>
            <a:endParaRPr sz="2400">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t/>
            </a:r>
            <a:endParaRPr sz="2800">
              <a:solidFill>
                <a:srgbClr val="252525"/>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7" name="Google Shape;97;p9"/>
          <p:cNvSpPr txBox="1"/>
          <p:nvPr/>
        </p:nvSpPr>
        <p:spPr>
          <a:xfrm>
            <a:off x="1150111" y="2241089"/>
            <a:ext cx="5601335" cy="304419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Display Radar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Player Name Boxes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 Information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Radar (Home &amp; Away)</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Power Gauge</a:t>
            </a:r>
            <a:endParaRPr b="0" i="0" sz="2800" u="none" cap="none" strike="noStrike">
              <a:solidFill>
                <a:srgbClr val="000000"/>
              </a:solidFill>
              <a:latin typeface="Times New Roman"/>
              <a:ea typeface="Times New Roman"/>
              <a:cs typeface="Times New Roman"/>
              <a:sym typeface="Times New Roman"/>
            </a:endParaRPr>
          </a:p>
        </p:txBody>
      </p:sp>
      <p:sp>
        <p:nvSpPr>
          <p:cNvPr id="98" name="Google Shape;98;p9"/>
          <p:cNvSpPr txBox="1"/>
          <p:nvPr/>
        </p:nvSpPr>
        <p:spPr>
          <a:xfrm>
            <a:off x="7318247" y="2241089"/>
            <a:ext cx="1805305" cy="304419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Bottom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Strip Color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graphicFrame>
        <p:nvGraphicFramePr>
          <p:cNvPr id="104" name="Google Shape;104;p10"/>
          <p:cNvGraphicFramePr/>
          <p:nvPr/>
        </p:nvGraphicFramePr>
        <p:xfrm>
          <a:off x="1131061" y="2368717"/>
          <a:ext cx="3000000" cy="3000000"/>
        </p:xfrm>
        <a:graphic>
          <a:graphicData uri="http://schemas.openxmlformats.org/drawingml/2006/table">
            <a:tbl>
              <a:tblPr bandRow="1" firstRow="1">
                <a:noFill/>
                <a:tableStyleId>{7FE3AA39-C246-42A8-8AE1-F96715740945}</a:tableStyleId>
              </a:tblPr>
              <a:tblGrid>
                <a:gridCol w="6892925"/>
                <a:gridCol w="1093475"/>
              </a:tblGrid>
              <a:tr h="448300">
                <a:tc>
                  <a:txBody>
                    <a:bodyPr/>
                    <a:lstStyle/>
                    <a:p>
                      <a:pPr indent="0" lvl="0" marL="31750"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Stamina Gauge</a:t>
                      </a:r>
                      <a:endParaRPr sz="2800" u="none" cap="none" strike="noStrike">
                        <a:latin typeface="Times New Roman"/>
                        <a:ea typeface="Times New Roman"/>
                        <a:cs typeface="Times New Roman"/>
                        <a:sym typeface="Times New Roman"/>
                      </a:endParaRPr>
                    </a:p>
                  </a:txBody>
                  <a:tcPr marT="0" marB="0" marR="0" marL="0"/>
                </a:tc>
                <a:tc>
                  <a:txBody>
                    <a:bodyPr/>
                    <a:lstStyle/>
                    <a:p>
                      <a:pPr indent="0" lvl="0" marL="220979"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0" marB="0" marR="0" marL="0"/>
                </a:tc>
              </a:tr>
              <a:tr h="50292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Cursor Display</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Time/Score</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Display Player Names : Opponent’s Team</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Set Piece Guides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r h="448300">
                <a:tc>
                  <a:txBody>
                    <a:bodyPr/>
                    <a:lstStyle/>
                    <a:p>
                      <a:pPr indent="0" lvl="0" marL="31750"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Goal Celebration Prompts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nvSpPr>
        <p:spPr>
          <a:xfrm>
            <a:off x="2231135" y="964691"/>
            <a:ext cx="7729855" cy="1213148"/>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0" name="Google Shape;110;p11"/>
          <p:cNvSpPr txBox="1"/>
          <p:nvPr/>
        </p:nvSpPr>
        <p:spPr>
          <a:xfrm>
            <a:off x="2109750" y="2387718"/>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26 - 28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2025-02-20T00:19:07Z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2023-12-01T00:00:00Z</vt:filetime>
  </property>
  <property fmtid="{D5CDD505-2E9C-101B-9397-08002B2CF9AE}" pid="3" name="Creator">
    <vt:lpwstr>Microsoft® PowerPoint® 2019</vt:lpwstr>
  </property>
  <property fmtid="{D5CDD505-2E9C-101B-9397-08002B2CF9AE}" pid="4" name="LastSaved">
    <vt:filetime>2025-02-20T00:00:00Z</vt:filetime>
  </property>
  <property fmtid="{D5CDD505-2E9C-101B-9397-08002B2CF9AE}" pid="5" name="Producer">
    <vt:lpwstr>Microsoft® PowerPoint® 2019</vt:lpwstr>
  </property>
</Properties>
</file>