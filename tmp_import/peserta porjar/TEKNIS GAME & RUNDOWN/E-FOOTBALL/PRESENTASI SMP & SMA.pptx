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3" r:id="rId10"/>
    <p:sldId id="264" r:id="rId11"/>
    <p:sldId id="265" r:id="rId12"/>
    <p:sldId id="267" r:id="rId13"/>
  </p:sldIdLst>
  <p:sldSz cx="12192000" cy="6858000"/>
  <p:notesSz cx="12192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jPaMGsBpsNtFTdgQ62htiD6UPk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1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457EF60-83EA-42CC-9746-902BBC3C3C10}">
  <a:tblStyle styleId="{B457EF60-83EA-42CC-9746-902BBC3C3C1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845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3"/>
          <p:cNvSpPr txBox="1">
            <a:spLocks noGrp="1"/>
          </p:cNvSpPr>
          <p:nvPr>
            <p:ph type="title"/>
          </p:nvPr>
        </p:nvSpPr>
        <p:spPr>
          <a:xfrm>
            <a:off x="1176147" y="2386583"/>
            <a:ext cx="9839705" cy="1154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7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body" idx="1"/>
          </p:nvPr>
        </p:nvSpPr>
        <p:spPr>
          <a:xfrm>
            <a:off x="1092961" y="2368717"/>
            <a:ext cx="8063865" cy="2906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 txBox="1">
            <a:spLocks noGrp="1"/>
          </p:cNvSpPr>
          <p:nvPr>
            <p:ph type="title"/>
          </p:nvPr>
        </p:nvSpPr>
        <p:spPr>
          <a:xfrm>
            <a:off x="1176147" y="2386583"/>
            <a:ext cx="9839705" cy="1154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7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4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7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6"/>
          <p:cNvSpPr txBox="1">
            <a:spLocks noGrp="1"/>
          </p:cNvSpPr>
          <p:nvPr>
            <p:ph type="title"/>
          </p:nvPr>
        </p:nvSpPr>
        <p:spPr>
          <a:xfrm>
            <a:off x="1176147" y="2386583"/>
            <a:ext cx="9839705" cy="1154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7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" name="Google Shape;7;p12"/>
          <p:cNvSpPr txBox="1">
            <a:spLocks noGrp="1"/>
          </p:cNvSpPr>
          <p:nvPr>
            <p:ph type="title"/>
          </p:nvPr>
        </p:nvSpPr>
        <p:spPr>
          <a:xfrm>
            <a:off x="1176147" y="2386583"/>
            <a:ext cx="9839705" cy="1154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700" b="0" i="0" u="none" strike="noStrike" cap="non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body" idx="1"/>
          </p:nvPr>
        </p:nvSpPr>
        <p:spPr>
          <a:xfrm>
            <a:off x="1092961" y="2368717"/>
            <a:ext cx="8063865" cy="2906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1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"/>
          <p:cNvSpPr txBox="1">
            <a:spLocks noGrp="1"/>
          </p:cNvSpPr>
          <p:nvPr>
            <p:ph type="title"/>
          </p:nvPr>
        </p:nvSpPr>
        <p:spPr>
          <a:xfrm>
            <a:off x="1600200" y="2386583"/>
            <a:ext cx="8991600" cy="164592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88300" rIns="0" bIns="0" anchor="t" anchorCtr="0">
            <a:spAutoFit/>
          </a:bodyPr>
          <a:lstStyle/>
          <a:p>
            <a:pPr marL="0" marR="1968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>
                <a:latin typeface="Times New Roman"/>
                <a:ea typeface="Times New Roman"/>
                <a:cs typeface="Times New Roman"/>
                <a:sym typeface="Times New Roman"/>
              </a:rPr>
              <a:t>PERATURAN</a:t>
            </a:r>
            <a:endParaRPr sz="3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" name="Google Shape;45;p1"/>
          <p:cNvSpPr txBox="1"/>
          <p:nvPr/>
        </p:nvSpPr>
        <p:spPr>
          <a:xfrm>
            <a:off x="2632910" y="4343400"/>
            <a:ext cx="6926179" cy="1132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FOOTBALL SMP &amp; SMA 2026</a:t>
            </a:r>
            <a:endParaRPr sz="3600" b="1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lvl="0" indent="0" algn="ctr" rtl="0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PORJAR DENPASAR</a:t>
            </a:r>
            <a:endParaRPr sz="36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"/>
          <p:cNvSpPr txBox="1">
            <a:spLocks noGrp="1"/>
          </p:cNvSpPr>
          <p:nvPr>
            <p:ph type="title"/>
          </p:nvPr>
        </p:nvSpPr>
        <p:spPr>
          <a:xfrm>
            <a:off x="2231135" y="964691"/>
            <a:ext cx="7729855" cy="782260"/>
          </a:xfrm>
          <a:prstGeom prst="rect">
            <a:avLst/>
          </a:prstGeom>
          <a:solidFill>
            <a:srgbClr val="FFFFFF"/>
          </a:solidFill>
          <a:ln w="3175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47975" rIns="0" bIns="0" anchor="t" anchorCtr="0">
            <a:spAutoFit/>
          </a:bodyPr>
          <a:lstStyle/>
          <a:p>
            <a:pPr marL="0" marR="2032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PERATURAN UMUM</a:t>
            </a: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" name="Google Shape;51;p2"/>
          <p:cNvSpPr txBox="1"/>
          <p:nvPr/>
        </p:nvSpPr>
        <p:spPr>
          <a:xfrm>
            <a:off x="2310129" y="2129247"/>
            <a:ext cx="7572900" cy="3201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4750" rIns="0" bIns="0" anchor="t" anchorCtr="0">
            <a:spAutoFit/>
          </a:bodyPr>
          <a:lstStyle/>
          <a:p>
            <a:pPr marL="355600" marR="6350" lvl="0" indent="-342900" algn="just" rtl="0">
              <a:lnSpc>
                <a:spcPct val="101818"/>
              </a:lnSpc>
              <a:spcBef>
                <a:spcPts val="0"/>
              </a:spcBef>
              <a:spcAft>
                <a:spcPts val="0"/>
              </a:spcAft>
              <a:buClr>
                <a:srgbClr val="9BAEB5"/>
              </a:buClr>
              <a:buSzPts val="2200"/>
              <a:buFont typeface="Noto Sans Symbols"/>
              <a:buChar char="∙"/>
            </a:pPr>
            <a:r>
              <a:rPr lang="en-US" sz="22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Seluruh</a:t>
            </a: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2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peserta</a:t>
            </a: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2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diwajibkan</a:t>
            </a: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2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untuk</a:t>
            </a: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2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mengerti</a:t>
            </a: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dan  </a:t>
            </a:r>
            <a:r>
              <a:rPr lang="en-US" sz="22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mengikuti</a:t>
            </a: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seluruh</a:t>
            </a: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peraturan</a:t>
            </a: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yang </a:t>
            </a:r>
            <a:r>
              <a:rPr lang="en-US" sz="22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berlaku</a:t>
            </a: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5080" lvl="0" indent="-342900" algn="just" rtl="0">
              <a:lnSpc>
                <a:spcPct val="86600"/>
              </a:lnSpc>
              <a:spcBef>
                <a:spcPts val="1055"/>
              </a:spcBef>
              <a:spcAft>
                <a:spcPts val="0"/>
              </a:spcAft>
              <a:buClr>
                <a:srgbClr val="9BAEB5"/>
              </a:buClr>
              <a:buSzPts val="2200"/>
              <a:buFont typeface="Noto Sans Symbols"/>
              <a:buChar char="∙"/>
            </a:pP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Pada  </a:t>
            </a:r>
            <a:r>
              <a:rPr lang="en-US" sz="22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tanggal</a:t>
            </a: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pertandingan</a:t>
            </a: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2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peserta</a:t>
            </a: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2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sudah</a:t>
            </a: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2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berkumpul</a:t>
            </a: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di  area </a:t>
            </a:r>
            <a:r>
              <a:rPr lang="en-US" sz="22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pertandingan</a:t>
            </a: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30 </a:t>
            </a:r>
            <a:r>
              <a:rPr lang="en-US" sz="22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menit</a:t>
            </a: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sebelum</a:t>
            </a: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bertanding</a:t>
            </a: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2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tidak</a:t>
            </a: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</a:t>
            </a: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toleransi</a:t>
            </a: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keterlambatan</a:t>
            </a: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2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jika</a:t>
            </a: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satu</a:t>
            </a: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</a:t>
            </a: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terdapat</a:t>
            </a: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2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pemain</a:t>
            </a: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yang  </a:t>
            </a:r>
            <a:r>
              <a:rPr lang="en-US" sz="22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tidak</a:t>
            </a: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2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hadir</a:t>
            </a: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2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maka</a:t>
            </a: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2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pertandingan</a:t>
            </a: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2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tetap</a:t>
            </a: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dilanjutkan</a:t>
            </a: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22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dengan</a:t>
            </a: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22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sisa</a:t>
            </a: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22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pemain</a:t>
            </a: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yang   </a:t>
            </a:r>
            <a:r>
              <a:rPr lang="en-US" sz="22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</a:t>
            </a: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di   </a:t>
            </a:r>
            <a:r>
              <a:rPr lang="en-US" sz="22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lokasi</a:t>
            </a: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pertandingan</a:t>
            </a: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5715" lvl="0" indent="-342900" algn="just" rtl="0">
              <a:lnSpc>
                <a:spcPct val="101818"/>
              </a:lnSpc>
              <a:spcBef>
                <a:spcPts val="1115"/>
              </a:spcBef>
              <a:spcAft>
                <a:spcPts val="0"/>
              </a:spcAft>
              <a:buClr>
                <a:srgbClr val="9BAEB5"/>
              </a:buClr>
              <a:buSzPts val="2200"/>
              <a:buFont typeface="Noto Sans Symbols"/>
              <a:buChar char="∙"/>
            </a:pPr>
            <a:r>
              <a:rPr lang="en-US" sz="22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Seluruh</a:t>
            </a: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2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peserta</a:t>
            </a: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2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tidak</a:t>
            </a: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2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diizinkan</a:t>
            </a: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2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untuk</a:t>
            </a: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2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menggunakan</a:t>
            </a: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dan </a:t>
            </a:r>
            <a:r>
              <a:rPr lang="en-US" sz="22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memakai</a:t>
            </a: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bug </a:t>
            </a:r>
            <a:r>
              <a:rPr lang="en-US" sz="22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dengan</a:t>
            </a: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sengaja</a:t>
            </a: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 txBox="1">
            <a:spLocks noGrp="1"/>
          </p:cNvSpPr>
          <p:nvPr>
            <p:ph type="title"/>
          </p:nvPr>
        </p:nvSpPr>
        <p:spPr>
          <a:xfrm>
            <a:off x="2231135" y="964691"/>
            <a:ext cx="7729855" cy="782260"/>
          </a:xfrm>
          <a:prstGeom prst="rect">
            <a:avLst/>
          </a:prstGeom>
          <a:solidFill>
            <a:srgbClr val="FFFFFF"/>
          </a:solidFill>
          <a:ln w="3175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47975" rIns="0" bIns="0" anchor="t" anchorCtr="0">
            <a:spAutoFit/>
          </a:bodyPr>
          <a:lstStyle/>
          <a:p>
            <a:pPr marL="0" marR="2032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PERATURAN UMUM</a:t>
            </a: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3"/>
          <p:cNvSpPr txBox="1"/>
          <p:nvPr/>
        </p:nvSpPr>
        <p:spPr>
          <a:xfrm>
            <a:off x="2310124" y="2115113"/>
            <a:ext cx="7571100" cy="21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5600" marR="5080" lvl="0" indent="-342900" algn="just" rtl="0">
              <a:lnSpc>
                <a:spcPct val="106900"/>
              </a:lnSpc>
              <a:spcBef>
                <a:spcPts val="0"/>
              </a:spcBef>
              <a:spcAft>
                <a:spcPts val="0"/>
              </a:spcAft>
              <a:buClr>
                <a:srgbClr val="9BAEB5"/>
              </a:buClr>
              <a:buSzPts val="1800"/>
              <a:buFont typeface="Noto Sans Symbols"/>
              <a:buChar char="∙"/>
            </a:pP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Panitia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bisa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memberikan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diskualifikasi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kepada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peserta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selama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turnamen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sewaktu-waktu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jika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tindakan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yang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melanggar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peraturan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dan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kelakuan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buruk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oleh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peserta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4965" lvl="0" indent="-342265" algn="just" rtl="0">
              <a:lnSpc>
                <a:spcPct val="100000"/>
              </a:lnSpc>
              <a:spcBef>
                <a:spcPts val="1150"/>
              </a:spcBef>
              <a:spcAft>
                <a:spcPts val="0"/>
              </a:spcAft>
              <a:buClr>
                <a:srgbClr val="9BAEB5"/>
              </a:buClr>
              <a:buSzPts val="1800"/>
              <a:buFont typeface="Noto Sans Symbols"/>
              <a:buChar char="∙"/>
            </a:pP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Peserta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diwajibkan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bergabung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dalam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Group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Whatsapp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4965" lvl="0" indent="-342265" algn="just" rtl="0">
              <a:lnSpc>
                <a:spcPct val="100000"/>
              </a:lnSpc>
              <a:spcBef>
                <a:spcPts val="1155"/>
              </a:spcBef>
              <a:spcAft>
                <a:spcPts val="0"/>
              </a:spcAft>
              <a:buClr>
                <a:srgbClr val="9BAEB5"/>
              </a:buClr>
              <a:buSzPts val="1800"/>
              <a:buFont typeface="Noto Sans Symbols"/>
              <a:buChar char="∙"/>
            </a:pP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Peserta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diwajibkan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untuk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berada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sekitar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area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pertandingan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1150"/>
              </a:spcBef>
              <a:spcAft>
                <a:spcPts val="0"/>
              </a:spcAft>
              <a:buClr>
                <a:srgbClr val="9BAEB5"/>
              </a:buClr>
              <a:buSzPts val="1800"/>
              <a:buFont typeface="Noto Sans Symbols"/>
              <a:buChar char="∙"/>
            </a:pP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Setelah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menyelesaikan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pertandingan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Bagi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peserta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yang 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menang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segera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3"/>
          <p:cNvSpPr txBox="1"/>
          <p:nvPr/>
        </p:nvSpPr>
        <p:spPr>
          <a:xfrm>
            <a:off x="2310124" y="4290713"/>
            <a:ext cx="6836400" cy="2714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0" rIns="0" bIns="0" anchor="t" anchorCtr="0">
            <a:spAutoFit/>
          </a:bodyPr>
          <a:lstStyle/>
          <a:p>
            <a:pPr marL="3556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menghubungi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panitia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untuk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hasil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pertandingan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1155"/>
              </a:spcBef>
              <a:spcAft>
                <a:spcPts val="0"/>
              </a:spcAft>
              <a:buClr>
                <a:srgbClr val="9BAEB5"/>
              </a:buClr>
              <a:buSzPts val="1800"/>
              <a:buFont typeface="Noto Sans Symbols"/>
              <a:buChar char="∙"/>
            </a:pP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Peserta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wajib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menggunakan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pakaian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yang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sama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dan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menggunakan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sepatu</a:t>
            </a:r>
            <a:endParaRPr sz="1800" dirty="0">
              <a:solidFill>
                <a:srgbClr val="25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1155"/>
              </a:spcBef>
              <a:spcAft>
                <a:spcPts val="0"/>
              </a:spcAft>
              <a:buClr>
                <a:srgbClr val="9BAEB5"/>
              </a:buClr>
              <a:buSzPts val="1800"/>
              <a:buFont typeface="Noto Sans Symbols"/>
              <a:buChar char="∙"/>
            </a:pPr>
            <a:r>
              <a:rPr lang="en-US" sz="1800" dirty="0" err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Peserta</a:t>
            </a:r>
            <a:r>
              <a:rPr lang="en-US" sz="1800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wajib</a:t>
            </a:r>
            <a:r>
              <a:rPr lang="en-US" sz="1800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membawa</a:t>
            </a:r>
            <a:r>
              <a:rPr lang="en-US" sz="1800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penanda</a:t>
            </a:r>
            <a:r>
              <a:rPr lang="en-US" sz="1800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identitas</a:t>
            </a:r>
            <a:r>
              <a:rPr lang="en-US" sz="1800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(Kartu </a:t>
            </a:r>
            <a:r>
              <a:rPr lang="en-US" sz="1800" dirty="0" err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pelajar</a:t>
            </a:r>
            <a:r>
              <a:rPr lang="en-US" sz="1800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</a:t>
            </a:r>
            <a:r>
              <a:rPr lang="en-US" sz="1800" dirty="0" err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Rapot</a:t>
            </a:r>
            <a:r>
              <a:rPr lang="en-US" sz="1800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dan </a:t>
            </a:r>
            <a:r>
              <a:rPr lang="en-US" sz="1800" dirty="0" err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surat</a:t>
            </a:r>
            <a:r>
              <a:rPr lang="en-US" sz="1800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keterangan</a:t>
            </a:r>
            <a:endParaRPr sz="1800" dirty="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1155"/>
              </a:spcBef>
              <a:spcAft>
                <a:spcPts val="0"/>
              </a:spcAft>
              <a:buClr>
                <a:srgbClr val="9BAEB5"/>
              </a:buClr>
              <a:buSzPts val="1800"/>
              <a:buFont typeface="Noto Sans Symbols"/>
              <a:buChar char="∙"/>
            </a:pPr>
            <a:r>
              <a:rPr lang="en-US" sz="1800" dirty="0" err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Sebelum</a:t>
            </a:r>
            <a:r>
              <a:rPr lang="en-US" sz="1800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pertandingan</a:t>
            </a:r>
            <a:r>
              <a:rPr lang="en-US" sz="1800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800" dirty="0" err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peserta</a:t>
            </a:r>
            <a:r>
              <a:rPr lang="en-US" sz="1800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wajib</a:t>
            </a:r>
            <a:r>
              <a:rPr lang="en-US" sz="1800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menunjukkan</a:t>
            </a:r>
            <a:r>
              <a:rPr lang="en-US" sz="1800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identitas</a:t>
            </a:r>
            <a:endParaRPr sz="1800" dirty="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155"/>
              </a:spcBef>
              <a:spcAft>
                <a:spcPts val="0"/>
              </a:spcAft>
              <a:buNone/>
            </a:pPr>
            <a:endParaRPr sz="1800" dirty="0">
              <a:solidFill>
                <a:srgbClr val="25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>
            <a:spLocks noGrp="1"/>
          </p:cNvSpPr>
          <p:nvPr>
            <p:ph type="title"/>
          </p:nvPr>
        </p:nvSpPr>
        <p:spPr>
          <a:xfrm>
            <a:off x="2231135" y="964691"/>
            <a:ext cx="7729855" cy="1188720"/>
          </a:xfrm>
          <a:prstGeom prst="rect">
            <a:avLst/>
          </a:prstGeom>
          <a:solidFill>
            <a:srgbClr val="FFFFFF"/>
          </a:solidFill>
          <a:ln w="3175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10500" rIns="0" bIns="0" anchor="t" anchorCtr="0">
            <a:spAutoFit/>
          </a:bodyPr>
          <a:lstStyle/>
          <a:p>
            <a:pPr marL="48450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PENALTI/DISKUALIFIKASI/WO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2310129" y="2632455"/>
            <a:ext cx="7571740" cy="2609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350" rIns="0" bIns="0" anchor="t" anchorCtr="0">
            <a:spAutoFit/>
          </a:bodyPr>
          <a:lstStyle/>
          <a:p>
            <a:pPr marL="355600" marR="5080" lvl="0" indent="-342900" algn="just" rtl="0">
              <a:lnSpc>
                <a:spcPct val="86100"/>
              </a:lnSpc>
              <a:spcBef>
                <a:spcPts val="0"/>
              </a:spcBef>
              <a:spcAft>
                <a:spcPts val="0"/>
              </a:spcAft>
              <a:buClr>
                <a:srgbClr val="9BAEB5"/>
              </a:buClr>
              <a:buSzPts val="1600"/>
              <a:buFont typeface="Times New Roman"/>
              <a:buAutoNum type="arabicPeriod"/>
            </a:pP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Jika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melewati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waktu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keterlambatan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maka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akan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diskualifikasi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Jika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peserta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yang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ketahuan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memakai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program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ilegal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peserta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tersebut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akan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diberikan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sanksi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berupa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ban ID,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diskualifikasi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dan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hak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untuk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keikutsertaan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dalam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turnamen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5715" lvl="0" indent="-342900" algn="l" rtl="0">
              <a:lnSpc>
                <a:spcPct val="101874"/>
              </a:lnSpc>
              <a:spcBef>
                <a:spcPts val="1085"/>
              </a:spcBef>
              <a:spcAft>
                <a:spcPts val="0"/>
              </a:spcAft>
              <a:buClr>
                <a:srgbClr val="9BAEB5"/>
              </a:buClr>
              <a:buSzPts val="1600"/>
              <a:buFont typeface="Times New Roman"/>
              <a:buAutoNum type="arabicPeriod"/>
            </a:pP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Jika 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ketahuan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menggunakan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bug 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secara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sengaja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oleh 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pihak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panitia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maka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peserta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tersebut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akan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diskualifikasi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5080" lvl="0" indent="-342900" algn="l" rtl="0">
              <a:lnSpc>
                <a:spcPct val="102437"/>
              </a:lnSpc>
              <a:spcBef>
                <a:spcPts val="1070"/>
              </a:spcBef>
              <a:spcAft>
                <a:spcPts val="0"/>
              </a:spcAft>
              <a:buClr>
                <a:srgbClr val="9BAEB5"/>
              </a:buClr>
              <a:buSzPts val="1600"/>
              <a:buFont typeface="Times New Roman"/>
              <a:buAutoNum type="arabicPeriod"/>
            </a:pP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Panitia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berhak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mendiskualifikasi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pemain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yang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bertindak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kasar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tidak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sopan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dan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berkata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kasar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terhadap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sesama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player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atau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panitia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5080" lvl="0" indent="-342900" algn="l" rtl="0">
              <a:lnSpc>
                <a:spcPct val="104375"/>
              </a:lnSpc>
              <a:spcBef>
                <a:spcPts val="1040"/>
              </a:spcBef>
              <a:spcAft>
                <a:spcPts val="0"/>
              </a:spcAft>
              <a:buClr>
                <a:srgbClr val="9BAEB5"/>
              </a:buClr>
              <a:buSzPts val="1600"/>
              <a:buFont typeface="Times New Roman"/>
              <a:buAutoNum type="arabicPeriod"/>
            </a:pP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Pelanggaran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Format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Turnamen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akan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diberikan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3x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peringatan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atau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diskualifikasi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secara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langsung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jika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peserta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melanggar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peraturan</a:t>
            </a:r>
            <a:r>
              <a:rPr lang="en-US" sz="16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"/>
          <p:cNvSpPr txBox="1">
            <a:spLocks noGrp="1"/>
          </p:cNvSpPr>
          <p:nvPr>
            <p:ph type="title"/>
          </p:nvPr>
        </p:nvSpPr>
        <p:spPr>
          <a:xfrm>
            <a:off x="2231135" y="964691"/>
            <a:ext cx="7729855" cy="1188720"/>
          </a:xfrm>
          <a:prstGeom prst="rect">
            <a:avLst/>
          </a:prstGeom>
          <a:solidFill>
            <a:srgbClr val="FFFFFF"/>
          </a:solidFill>
          <a:ln w="3175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8400" rIns="0" bIns="0" anchor="t" anchorCtr="0">
            <a:spAutoFit/>
          </a:bodyPr>
          <a:lstStyle/>
          <a:p>
            <a:pPr marL="0" marR="1968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latin typeface="Times New Roman"/>
                <a:ea typeface="Times New Roman"/>
                <a:cs typeface="Times New Roman"/>
                <a:sym typeface="Times New Roman"/>
              </a:rPr>
              <a:t>KLAIM TURNAMEN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5"/>
          <p:cNvSpPr txBox="1"/>
          <p:nvPr/>
        </p:nvSpPr>
        <p:spPr>
          <a:xfrm>
            <a:off x="2310129" y="2511297"/>
            <a:ext cx="7572375" cy="2080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Seluruh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keputusan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dari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panitia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bersifat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mutlak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dan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tidak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bisa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diganggu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gugat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Panitia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berhak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untuk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merubah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dan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mengganti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seluruh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peraturan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yang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berlaku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sewaktu-waktu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tanpa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pemberitahuan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terlebih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dahulu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untuk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menjaga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kelangsungan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turnamen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Seluruh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peserta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yang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ingin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mengajukan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klaim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atau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protes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wajib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menyediakan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bukti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berupa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foto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atau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video 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kepada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panitia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Dengan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mendaftar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turnamen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seluruh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peserta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dianggap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mengerti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dan 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menyetujui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seluruh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ketentuan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dan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peraturan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yang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berlaku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dengan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segala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konsekuensinya</a:t>
            </a: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"/>
          <p:cNvSpPr txBox="1">
            <a:spLocks noGrp="1"/>
          </p:cNvSpPr>
          <p:nvPr>
            <p:ph type="title"/>
          </p:nvPr>
        </p:nvSpPr>
        <p:spPr>
          <a:xfrm>
            <a:off x="586740" y="534400"/>
            <a:ext cx="10515600" cy="1054115"/>
          </a:xfrm>
          <a:prstGeom prst="rect">
            <a:avLst/>
          </a:prstGeom>
          <a:solidFill>
            <a:srgbClr val="FFFFFF"/>
          </a:solidFill>
          <a:ln w="3175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760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  <a:p>
            <a:pPr marL="0" marR="2032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FORMAT MATCH SMP</a:t>
            </a:r>
            <a:b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6"/>
          <p:cNvSpPr txBox="1"/>
          <p:nvPr/>
        </p:nvSpPr>
        <p:spPr>
          <a:xfrm>
            <a:off x="3660404" y="1588515"/>
            <a:ext cx="7441936" cy="4249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36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: Group =&gt; Knockout</a:t>
            </a:r>
            <a:endParaRPr sz="13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: E Football 2026</a:t>
            </a:r>
            <a:endParaRPr sz="13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: Point | win = +3, draw = +1, lose = 0 &amp; Knockout </a:t>
            </a:r>
            <a:r>
              <a:rPr lang="en-US" sz="1300" dirty="0" err="1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untuk</a:t>
            </a: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2 </a:t>
            </a:r>
            <a:r>
              <a:rPr lang="en-US" sz="1300" dirty="0" err="1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tim</a:t>
            </a: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1300" dirty="0" err="1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peringkat</a:t>
            </a: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1300" dirty="0" err="1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atas</a:t>
            </a: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di </a:t>
            </a:r>
            <a:r>
              <a:rPr lang="en-US" sz="1300" dirty="0" err="1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setiap</a:t>
            </a: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group</a:t>
            </a:r>
          </a:p>
          <a:p>
            <a:pPr marL="1270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: </a:t>
            </a:r>
            <a:r>
              <a:rPr lang="en-US" sz="1300" dirty="0" err="1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Apabila</a:t>
            </a: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1300" dirty="0" err="1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terjadi</a:t>
            </a: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1300" dirty="0" err="1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poin</a:t>
            </a: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1300" dirty="0" err="1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sama</a:t>
            </a: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, </a:t>
            </a:r>
            <a:r>
              <a:rPr lang="en-US" sz="1300" dirty="0" err="1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maka</a:t>
            </a: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1300" dirty="0" err="1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akan</a:t>
            </a: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1300" dirty="0" err="1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dilihat</a:t>
            </a: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1300" dirty="0" err="1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selisih</a:t>
            </a: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1300" dirty="0" err="1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gol</a:t>
            </a: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 Jika </a:t>
            </a:r>
            <a:r>
              <a:rPr lang="en-US" sz="1300" dirty="0" err="1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selisih</a:t>
            </a: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1300" dirty="0" err="1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gol</a:t>
            </a: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1300" dirty="0" err="1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sama</a:t>
            </a: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, </a:t>
            </a:r>
            <a:r>
              <a:rPr lang="en-US" sz="1300" dirty="0" err="1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maka</a:t>
            </a: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1300" dirty="0" err="1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akan</a:t>
            </a: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1300" dirty="0" err="1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dilihat</a:t>
            </a: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head to head</a:t>
            </a:r>
          </a:p>
          <a:p>
            <a:pPr marL="1270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i-FI" sz="13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: Solo SMP terdapat 3 Group yang terdiri dari 4 peserta dan 1 group terdiri dari 3 peserta</a:t>
            </a:r>
          </a:p>
          <a:p>
            <a:pPr marL="1270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i-FI" sz="13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: Duo SMP terdapat 1 Group yang terdiri dari 6 tim dan 1 group terdiri dari 5 tim</a:t>
            </a:r>
          </a:p>
          <a:p>
            <a:pPr marL="1270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i-FI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: Superstar</a:t>
            </a:r>
            <a:endParaRPr lang="fi-FI" sz="13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79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: 10 minutes</a:t>
            </a:r>
            <a:endParaRPr sz="13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: OFF</a:t>
            </a:r>
            <a:endParaRPr sz="13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: OFF </a:t>
            </a:r>
            <a:r>
              <a:rPr lang="en-US" sz="1300" dirty="0" err="1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untuk</a:t>
            </a: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1300" dirty="0" err="1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fase</a:t>
            </a: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group, ON </a:t>
            </a:r>
            <a:r>
              <a:rPr lang="en-US" sz="1300" dirty="0" err="1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untuk</a:t>
            </a: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1300" dirty="0" err="1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fase</a:t>
            </a: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knockout</a:t>
            </a:r>
            <a:endParaRPr sz="13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: 5</a:t>
            </a:r>
            <a:endParaRPr sz="13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: 3</a:t>
            </a:r>
            <a:endParaRPr sz="13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: 0</a:t>
            </a:r>
            <a:endParaRPr sz="13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: Player name </a:t>
            </a: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Stage</a:t>
            </a:r>
            <a:endParaRPr sz="13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77" name="Google Shape;77;p6"/>
          <p:cNvSpPr txBox="1"/>
          <p:nvPr/>
        </p:nvSpPr>
        <p:spPr>
          <a:xfrm>
            <a:off x="937425" y="1618995"/>
            <a:ext cx="2722979" cy="4951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3650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EB5"/>
              </a:buClr>
              <a:buSzPts val="1300"/>
              <a:buFont typeface="Times New Roman"/>
              <a:buAutoNum type="arabicPeriod"/>
            </a:pPr>
            <a:r>
              <a:rPr lang="en-US" sz="1300" dirty="0" err="1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Sistem</a:t>
            </a:r>
            <a:endParaRPr sz="13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Clr>
                <a:srgbClr val="9BAEB5"/>
              </a:buClr>
              <a:buSzPts val="1300"/>
              <a:buFont typeface="Times New Roman"/>
              <a:buAutoNum type="arabicPeriod"/>
            </a:pP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Game</a:t>
            </a:r>
            <a:endParaRPr sz="13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9BAEB5"/>
              </a:buClr>
              <a:buSzPts val="1300"/>
              <a:buFont typeface="Times New Roman"/>
              <a:buAutoNum type="arabicPeriod"/>
            </a:pP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Mode</a:t>
            </a:r>
          </a:p>
          <a:p>
            <a:pPr marL="354965" lvl="0" indent="-342265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9BAEB5"/>
              </a:buClr>
              <a:buSzPts val="1300"/>
              <a:buFont typeface="Times New Roman"/>
              <a:buAutoNum type="arabicPeriod"/>
            </a:pPr>
            <a:endParaRPr lang="en-US" sz="13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9BAEB5"/>
              </a:buClr>
              <a:buSzPts val="1300"/>
              <a:buFont typeface="Times New Roman"/>
              <a:buAutoNum type="arabicPeriod"/>
            </a:pPr>
            <a:endParaRPr lang="en-US" sz="13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9BAEB5"/>
              </a:buClr>
              <a:buSzPts val="1300"/>
              <a:buFont typeface="Times New Roman"/>
              <a:buAutoNum type="arabicPeriod"/>
            </a:pPr>
            <a:endParaRPr sz="13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5560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9BAEB5"/>
              </a:buClr>
              <a:buSzPts val="1300"/>
              <a:buFont typeface="+mj-lt"/>
              <a:buAutoNum type="arabicPeriod"/>
            </a:pP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Match level</a:t>
            </a:r>
            <a:endParaRPr sz="13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790"/>
              </a:spcBef>
              <a:spcAft>
                <a:spcPts val="0"/>
              </a:spcAft>
              <a:buClr>
                <a:srgbClr val="9BAEB5"/>
              </a:buClr>
              <a:buSzPts val="1300"/>
              <a:buFont typeface="Times New Roman"/>
              <a:buAutoNum type="arabicPeriod"/>
            </a:pP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Time</a:t>
            </a:r>
            <a:endParaRPr sz="13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9BAEB5"/>
              </a:buClr>
              <a:buSzPts val="1300"/>
              <a:buFont typeface="Times New Roman"/>
              <a:buAutoNum type="arabicPeriod"/>
            </a:pP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Extra time</a:t>
            </a:r>
            <a:endParaRPr sz="13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Clr>
                <a:srgbClr val="9BAEB5"/>
              </a:buClr>
              <a:buSzPts val="1300"/>
              <a:buFont typeface="Times New Roman"/>
              <a:buAutoNum type="arabicPeriod"/>
            </a:pP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Penalty</a:t>
            </a:r>
            <a:endParaRPr sz="13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9BAEB5"/>
              </a:buClr>
              <a:buSzPts val="1300"/>
              <a:buFont typeface="Times New Roman"/>
              <a:buAutoNum type="arabicPeriod"/>
            </a:pP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Substitutions</a:t>
            </a:r>
            <a:endParaRPr sz="13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9BAEB5"/>
              </a:buClr>
              <a:buSzPts val="1300"/>
              <a:buFont typeface="Times New Roman"/>
              <a:buAutoNum type="arabicPeriod"/>
            </a:pP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Substitutions interval</a:t>
            </a:r>
            <a:endParaRPr sz="13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Clr>
                <a:srgbClr val="9BAEB5"/>
              </a:buClr>
              <a:buSzPts val="1300"/>
              <a:buFont typeface="Times New Roman"/>
              <a:buAutoNum type="arabicPeriod"/>
            </a:pP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Game speed</a:t>
            </a:r>
            <a:endParaRPr sz="13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Clr>
                <a:srgbClr val="9BAEB5"/>
              </a:buClr>
              <a:buSzPts val="1300"/>
              <a:buFont typeface="Calibri"/>
              <a:buAutoNum type="arabicPeriod"/>
            </a:pP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Cursor type</a:t>
            </a:r>
            <a:endParaRPr sz="13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354965" indent="-342265">
              <a:spcBef>
                <a:spcPts val="790"/>
              </a:spcBef>
              <a:buClr>
                <a:srgbClr val="9BAEB5"/>
              </a:buClr>
              <a:buSzPts val="1300"/>
              <a:buFont typeface="Calibri"/>
              <a:buAutoNum type="arabicPeriod"/>
            </a:pPr>
            <a:r>
              <a:rPr lang="en-US" sz="1300" dirty="0" err="1">
                <a:solidFill>
                  <a:srgbClr val="252525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Posisi</a:t>
            </a: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Home dan Away </a:t>
            </a:r>
            <a:r>
              <a:rPr lang="en-US" sz="1300" dirty="0" err="1">
                <a:solidFill>
                  <a:srgbClr val="252525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ditentukan</a:t>
            </a: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1300" dirty="0" err="1">
                <a:solidFill>
                  <a:srgbClr val="252525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berdasarkan</a:t>
            </a: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bracket yang </a:t>
            </a:r>
            <a:r>
              <a:rPr lang="en-US" sz="1300" dirty="0" err="1">
                <a:solidFill>
                  <a:srgbClr val="252525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telah</a:t>
            </a: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di </a:t>
            </a:r>
            <a:r>
              <a:rPr lang="en-US" sz="1300" dirty="0" err="1">
                <a:solidFill>
                  <a:srgbClr val="252525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acak</a:t>
            </a: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.</a:t>
            </a:r>
            <a:endParaRPr sz="13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"/>
          <p:cNvSpPr txBox="1">
            <a:spLocks noGrp="1"/>
          </p:cNvSpPr>
          <p:nvPr>
            <p:ph type="title"/>
          </p:nvPr>
        </p:nvSpPr>
        <p:spPr>
          <a:xfrm>
            <a:off x="586740" y="633222"/>
            <a:ext cx="10515600" cy="1300336"/>
          </a:xfrm>
          <a:prstGeom prst="rect">
            <a:avLst/>
          </a:prstGeom>
          <a:solidFill>
            <a:srgbClr val="FFFFFF"/>
          </a:solidFill>
          <a:ln w="3175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760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dirty="0"/>
          </a:p>
          <a:p>
            <a:pPr marL="0" marR="2032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FORMAT MATCH SMA</a:t>
            </a:r>
            <a:b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6"/>
          <p:cNvSpPr txBox="1"/>
          <p:nvPr/>
        </p:nvSpPr>
        <p:spPr>
          <a:xfrm>
            <a:off x="3660404" y="2074375"/>
            <a:ext cx="7441936" cy="3341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36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: Knockout</a:t>
            </a:r>
            <a:endParaRPr sz="13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: E Football 2026</a:t>
            </a:r>
            <a:endParaRPr sz="13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: Knockout</a:t>
            </a:r>
          </a:p>
          <a:p>
            <a:pPr marL="1270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i-FI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: Superstar</a:t>
            </a:r>
            <a:endParaRPr lang="fi-FI" sz="13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79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: 10 minutes</a:t>
            </a:r>
            <a:endParaRPr sz="13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: OFF</a:t>
            </a:r>
            <a:endParaRPr sz="13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: ON</a:t>
            </a:r>
            <a:endParaRPr sz="13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: 5</a:t>
            </a:r>
            <a:endParaRPr sz="13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: 3</a:t>
            </a:r>
            <a:endParaRPr sz="13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: 0</a:t>
            </a:r>
            <a:endParaRPr sz="13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: Player name </a:t>
            </a: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Stage</a:t>
            </a:r>
            <a:endParaRPr sz="13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77" name="Google Shape;77;p6"/>
          <p:cNvSpPr txBox="1"/>
          <p:nvPr/>
        </p:nvSpPr>
        <p:spPr>
          <a:xfrm>
            <a:off x="806605" y="2074375"/>
            <a:ext cx="2722979" cy="4044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3650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EB5"/>
              </a:buClr>
              <a:buSzPts val="1300"/>
              <a:buFont typeface="Times New Roman"/>
              <a:buAutoNum type="arabicPeriod"/>
            </a:pPr>
            <a:r>
              <a:rPr lang="en-US" sz="1300" dirty="0" err="1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Sistem</a:t>
            </a:r>
            <a:endParaRPr sz="13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Clr>
                <a:srgbClr val="9BAEB5"/>
              </a:buClr>
              <a:buSzPts val="1300"/>
              <a:buFont typeface="Times New Roman"/>
              <a:buAutoNum type="arabicPeriod"/>
            </a:pP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Game</a:t>
            </a:r>
            <a:endParaRPr sz="13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9BAEB5"/>
              </a:buClr>
              <a:buSzPts val="1300"/>
              <a:buFont typeface="Times New Roman"/>
              <a:buAutoNum type="arabicPeriod"/>
            </a:pP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Mode</a:t>
            </a:r>
            <a:endParaRPr sz="13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5560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9BAEB5"/>
              </a:buClr>
              <a:buSzPts val="1300"/>
              <a:buFont typeface="+mj-lt"/>
              <a:buAutoNum type="arabicPeriod"/>
            </a:pP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Match level</a:t>
            </a:r>
            <a:endParaRPr sz="13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790"/>
              </a:spcBef>
              <a:spcAft>
                <a:spcPts val="0"/>
              </a:spcAft>
              <a:buClr>
                <a:srgbClr val="9BAEB5"/>
              </a:buClr>
              <a:buSzPts val="1300"/>
              <a:buFont typeface="Times New Roman"/>
              <a:buAutoNum type="arabicPeriod"/>
            </a:pP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Time</a:t>
            </a:r>
            <a:endParaRPr sz="13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9BAEB5"/>
              </a:buClr>
              <a:buSzPts val="1300"/>
              <a:buFont typeface="Times New Roman"/>
              <a:buAutoNum type="arabicPeriod"/>
            </a:pP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Extra time</a:t>
            </a:r>
            <a:endParaRPr sz="13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Clr>
                <a:srgbClr val="9BAEB5"/>
              </a:buClr>
              <a:buSzPts val="1300"/>
              <a:buFont typeface="Times New Roman"/>
              <a:buAutoNum type="arabicPeriod"/>
            </a:pP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Penalty</a:t>
            </a:r>
            <a:endParaRPr sz="13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9BAEB5"/>
              </a:buClr>
              <a:buSzPts val="1300"/>
              <a:buFont typeface="Times New Roman"/>
              <a:buAutoNum type="arabicPeriod"/>
            </a:pP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Substitutions</a:t>
            </a:r>
            <a:endParaRPr sz="13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9BAEB5"/>
              </a:buClr>
              <a:buSzPts val="1300"/>
              <a:buFont typeface="Times New Roman"/>
              <a:buAutoNum type="arabicPeriod"/>
            </a:pP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Substitutions interval</a:t>
            </a:r>
            <a:endParaRPr sz="13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Clr>
                <a:srgbClr val="9BAEB5"/>
              </a:buClr>
              <a:buSzPts val="1300"/>
              <a:buFont typeface="Times New Roman"/>
              <a:buAutoNum type="arabicPeriod"/>
            </a:pP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Game speed</a:t>
            </a:r>
            <a:endParaRPr sz="13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Clr>
                <a:srgbClr val="9BAEB5"/>
              </a:buClr>
              <a:buSzPts val="1300"/>
              <a:buFont typeface="Calibri"/>
              <a:buAutoNum type="arabicPeriod"/>
            </a:pP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Cursor type</a:t>
            </a:r>
            <a:endParaRPr sz="13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790"/>
              </a:spcBef>
              <a:spcAft>
                <a:spcPts val="0"/>
              </a:spcAft>
              <a:buClr>
                <a:srgbClr val="9BAEB5"/>
              </a:buClr>
              <a:buSzPts val="1300"/>
              <a:buFont typeface="Calibri"/>
              <a:buAutoNum type="arabicPeriod"/>
            </a:pPr>
            <a:r>
              <a:rPr lang="en-US" sz="1300" dirty="0" err="1">
                <a:solidFill>
                  <a:srgbClr val="252525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Posisi</a:t>
            </a: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Home dan Away </a:t>
            </a:r>
            <a:r>
              <a:rPr lang="en-US" sz="1300" dirty="0" err="1">
                <a:solidFill>
                  <a:srgbClr val="252525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ditentukan</a:t>
            </a: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1300" dirty="0" err="1">
                <a:solidFill>
                  <a:srgbClr val="252525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berdasarkan</a:t>
            </a: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bracket yang </a:t>
            </a:r>
            <a:r>
              <a:rPr lang="en-US" sz="1300" dirty="0" err="1">
                <a:solidFill>
                  <a:srgbClr val="252525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telah</a:t>
            </a:r>
            <a:r>
              <a:rPr lang="en-US" sz="1300" dirty="0">
                <a:solidFill>
                  <a:srgbClr val="252525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di </a:t>
            </a:r>
            <a:r>
              <a:rPr lang="en-US" sz="1300" dirty="0" err="1">
                <a:solidFill>
                  <a:srgbClr val="252525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acak</a:t>
            </a:r>
            <a:endParaRPr sz="13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>
            <a:spLocks noGrp="1"/>
          </p:cNvSpPr>
          <p:nvPr>
            <p:ph type="title"/>
          </p:nvPr>
        </p:nvSpPr>
        <p:spPr>
          <a:xfrm>
            <a:off x="586740" y="633222"/>
            <a:ext cx="10515600" cy="1325880"/>
          </a:xfrm>
          <a:prstGeom prst="rect">
            <a:avLst/>
          </a:prstGeom>
          <a:solidFill>
            <a:srgbClr val="FFFFFF"/>
          </a:solidFill>
          <a:ln w="3175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760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  <a:p>
            <a:pPr marL="0" marR="2032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latin typeface="Times New Roman"/>
                <a:ea typeface="Times New Roman"/>
                <a:cs typeface="Times New Roman"/>
                <a:sym typeface="Times New Roman"/>
              </a:rPr>
              <a:t>FORMAT MATCH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7"/>
          <p:cNvSpPr txBox="1"/>
          <p:nvPr/>
        </p:nvSpPr>
        <p:spPr>
          <a:xfrm>
            <a:off x="1150111" y="2241089"/>
            <a:ext cx="3088005" cy="3044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694055" lvl="0" indent="-68135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800"/>
              <a:buFont typeface="Times New Roman"/>
              <a:buChar char="-"/>
            </a:pPr>
            <a:r>
              <a:rPr lang="en-US" sz="2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Stadium</a:t>
            </a: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94055" lvl="0" indent="-681355" algn="l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rgbClr val="252525"/>
              </a:buClr>
              <a:buSzPts val="2800"/>
              <a:buFont typeface="Times New Roman"/>
              <a:buChar char="-"/>
            </a:pPr>
            <a:r>
              <a:rPr lang="en-US" sz="2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</a:t>
            </a: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94055" lvl="0" indent="-68135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52525"/>
              </a:buClr>
              <a:buSzPts val="2800"/>
              <a:buFont typeface="Times New Roman"/>
              <a:buChar char="-"/>
            </a:pPr>
            <a:r>
              <a:rPr lang="en-US" sz="2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</a:t>
            </a: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94055" lvl="0" indent="-68135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52525"/>
              </a:buClr>
              <a:buSzPts val="2800"/>
              <a:buFont typeface="Times New Roman"/>
              <a:buChar char="-"/>
            </a:pPr>
            <a:r>
              <a:rPr lang="en-US" sz="2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Weather</a:t>
            </a: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94055" lvl="0" indent="-68135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52525"/>
              </a:buClr>
              <a:buSzPts val="2800"/>
              <a:buFont typeface="Times New Roman"/>
              <a:buChar char="-"/>
            </a:pPr>
            <a:r>
              <a:rPr lang="en-US" sz="2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Length of grass</a:t>
            </a: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94055" lvl="0" indent="-68135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52525"/>
              </a:buClr>
              <a:buSzPts val="2800"/>
              <a:buFont typeface="Times New Roman"/>
              <a:buChar char="-"/>
            </a:pPr>
            <a:r>
              <a:rPr lang="en-US" sz="2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Pitch Conditions</a:t>
            </a: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7"/>
          <p:cNvSpPr txBox="1"/>
          <p:nvPr/>
        </p:nvSpPr>
        <p:spPr>
          <a:xfrm>
            <a:off x="4574794" y="2241089"/>
            <a:ext cx="3180080" cy="3044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eFootball™ Stadium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Night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Winter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Fine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Normal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Normal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586740" y="633222"/>
            <a:ext cx="10515600" cy="1325880"/>
          </a:xfrm>
          <a:prstGeom prst="rect">
            <a:avLst/>
          </a:prstGeom>
          <a:solidFill>
            <a:srgbClr val="FFFFFF"/>
          </a:solidFill>
          <a:ln w="3175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760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  <a:p>
            <a:pPr marL="0" marR="2032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latin typeface="Times New Roman"/>
                <a:ea typeface="Times New Roman"/>
                <a:cs typeface="Times New Roman"/>
                <a:sym typeface="Times New Roman"/>
              </a:rPr>
              <a:t>FORMAT MATCH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8"/>
          <p:cNvSpPr txBox="1"/>
          <p:nvPr/>
        </p:nvSpPr>
        <p:spPr>
          <a:xfrm>
            <a:off x="1150111" y="2241089"/>
            <a:ext cx="3185160" cy="2541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694055" lvl="0" indent="-68135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800"/>
              <a:buFont typeface="Times New Roman"/>
              <a:buChar char="-"/>
            </a:pPr>
            <a:r>
              <a:rPr lang="en-US" sz="28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Camera Type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94055" lvl="0" indent="-681355" algn="l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rgbClr val="252525"/>
              </a:buClr>
              <a:buSzPts val="2800"/>
              <a:buFont typeface="Times New Roman"/>
              <a:buChar char="-"/>
            </a:pPr>
            <a:r>
              <a:rPr lang="en-US" sz="28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Zoom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94055" lvl="0" indent="-68135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52525"/>
              </a:buClr>
              <a:buSzPts val="2800"/>
              <a:buFont typeface="Times New Roman"/>
              <a:buChar char="-"/>
            </a:pPr>
            <a:r>
              <a:rPr lang="en-US" sz="28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Height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94055" lvl="0" indent="-68135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52525"/>
              </a:buClr>
              <a:buSzPts val="2800"/>
              <a:buFont typeface="Times New Roman"/>
              <a:buChar char="-"/>
            </a:pPr>
            <a:r>
              <a:rPr lang="en-US" sz="28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Directional guide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94055" lvl="0" indent="-68135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52525"/>
              </a:buClr>
              <a:buSzPts val="2800"/>
              <a:buFont typeface="Times New Roman"/>
              <a:buChar char="-"/>
            </a:pPr>
            <a:r>
              <a:rPr lang="en-US" sz="28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Audio mode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8"/>
          <p:cNvSpPr txBox="1"/>
          <p:nvPr/>
        </p:nvSpPr>
        <p:spPr>
          <a:xfrm>
            <a:off x="4574794" y="2241089"/>
            <a:ext cx="4727575" cy="2541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Dynamic Wide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2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2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OFF (Under controller settings)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eSports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 txBox="1">
            <a:spLocks noGrp="1"/>
          </p:cNvSpPr>
          <p:nvPr>
            <p:ph type="title"/>
          </p:nvPr>
        </p:nvSpPr>
        <p:spPr>
          <a:xfrm>
            <a:off x="586740" y="633222"/>
            <a:ext cx="10515600" cy="1325880"/>
          </a:xfrm>
          <a:prstGeom prst="rect">
            <a:avLst/>
          </a:prstGeom>
          <a:solidFill>
            <a:srgbClr val="FFFFFF"/>
          </a:solidFill>
          <a:ln w="3175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760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  <a:p>
            <a:pPr marL="0" marR="2032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latin typeface="Times New Roman"/>
                <a:ea typeface="Times New Roman"/>
                <a:cs typeface="Times New Roman"/>
                <a:sym typeface="Times New Roman"/>
              </a:rPr>
              <a:t>FORMAT MATCH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9"/>
          <p:cNvSpPr txBox="1"/>
          <p:nvPr/>
        </p:nvSpPr>
        <p:spPr>
          <a:xfrm>
            <a:off x="1150111" y="2241089"/>
            <a:ext cx="5601335" cy="3044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694055" lvl="0" indent="-68135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800"/>
              <a:buFont typeface="Times New Roman"/>
              <a:buChar char="-"/>
            </a:pPr>
            <a:r>
              <a:rPr lang="en-US" sz="28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Display Radar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94055" lvl="0" indent="-681355" algn="l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rgbClr val="252525"/>
              </a:buClr>
              <a:buSzPts val="2800"/>
              <a:buFont typeface="Times New Roman"/>
              <a:buChar char="-"/>
            </a:pPr>
            <a:r>
              <a:rPr lang="en-US" sz="28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Player Name Boxes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94055" lvl="0" indent="-68135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52525"/>
              </a:buClr>
              <a:buSzPts val="2800"/>
              <a:buFont typeface="Times New Roman"/>
              <a:buChar char="-"/>
            </a:pPr>
            <a:r>
              <a:rPr lang="en-US" sz="28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Attack/Defense Level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94055" lvl="0" indent="-68135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52525"/>
              </a:buClr>
              <a:buSzPts val="2800"/>
              <a:buFont typeface="Times New Roman"/>
              <a:buChar char="-"/>
            </a:pPr>
            <a:r>
              <a:rPr lang="en-US" sz="28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Attack/Defense Level Information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94055" lvl="0" indent="-68135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52525"/>
              </a:buClr>
              <a:buSzPts val="2800"/>
              <a:buFont typeface="Times New Roman"/>
              <a:buChar char="-"/>
            </a:pPr>
            <a:r>
              <a:rPr lang="en-US" sz="28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Radar (Home &amp; Away)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94055" lvl="0" indent="-68135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52525"/>
              </a:buClr>
              <a:buSzPts val="2800"/>
              <a:buFont typeface="Times New Roman"/>
              <a:buChar char="-"/>
            </a:pPr>
            <a:r>
              <a:rPr lang="en-US" sz="28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Gauge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9"/>
          <p:cNvSpPr txBox="1"/>
          <p:nvPr/>
        </p:nvSpPr>
        <p:spPr>
          <a:xfrm>
            <a:off x="7318247" y="2241089"/>
            <a:ext cx="1805305" cy="3044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Bottom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ON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ON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ON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Strip Color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ON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 txBox="1">
            <a:spLocks noGrp="1"/>
          </p:cNvSpPr>
          <p:nvPr>
            <p:ph type="title"/>
          </p:nvPr>
        </p:nvSpPr>
        <p:spPr>
          <a:xfrm>
            <a:off x="586740" y="633222"/>
            <a:ext cx="10515600" cy="1325880"/>
          </a:xfrm>
          <a:prstGeom prst="rect">
            <a:avLst/>
          </a:prstGeom>
          <a:solidFill>
            <a:srgbClr val="FFFFFF"/>
          </a:solidFill>
          <a:ln w="3175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760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  <a:p>
            <a:pPr marL="0" marR="2032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latin typeface="Times New Roman"/>
                <a:ea typeface="Times New Roman"/>
                <a:cs typeface="Times New Roman"/>
                <a:sym typeface="Times New Roman"/>
              </a:rPr>
              <a:t>FORMAT MATCH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4" name="Google Shape;104;p10"/>
          <p:cNvGraphicFramePr/>
          <p:nvPr>
            <p:extLst>
              <p:ext uri="{D42A27DB-BD31-4B8C-83A1-F6EECF244321}">
                <p14:modId xmlns:p14="http://schemas.microsoft.com/office/powerpoint/2010/main" val="24688733"/>
              </p:ext>
            </p:extLst>
          </p:nvPr>
        </p:nvGraphicFramePr>
        <p:xfrm>
          <a:off x="1131061" y="2368717"/>
          <a:ext cx="7986400" cy="2934935"/>
        </p:xfrm>
        <a:graphic>
          <a:graphicData uri="http://schemas.openxmlformats.org/drawingml/2006/table">
            <a:tbl>
              <a:tblPr firstRow="1" bandRow="1">
                <a:noFill/>
                <a:tableStyleId>{B457EF60-83EA-42CC-9746-902BBC3C3C10}</a:tableStyleId>
              </a:tblPr>
              <a:tblGrid>
                <a:gridCol w="689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8300">
                <a:tc>
                  <a:txBody>
                    <a:bodyPr/>
                    <a:lstStyle/>
                    <a:p>
                      <a:pPr marL="31750" marR="0" lvl="0" indent="0" algn="l" rtl="0">
                        <a:lnSpc>
                          <a:spcPct val="109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solidFill>
                            <a:srgbClr val="25252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Stamina Gauge</a:t>
                      </a:r>
                      <a:endParaRPr sz="28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0979" marR="0" lvl="0" indent="0" algn="l" rtl="0">
                        <a:lnSpc>
                          <a:spcPct val="109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solidFill>
                            <a:srgbClr val="25252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 OFF</a:t>
                      </a: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317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solidFill>
                            <a:srgbClr val="25252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Cursor Display</a:t>
                      </a:r>
                      <a:endParaRPr sz="28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5875" marB="0"/>
                </a:tc>
                <a:tc>
                  <a:txBody>
                    <a:bodyPr/>
                    <a:lstStyle/>
                    <a:p>
                      <a:pPr marL="220979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solidFill>
                            <a:srgbClr val="25252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 ON</a:t>
                      </a: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587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275">
                <a:tc>
                  <a:txBody>
                    <a:bodyPr/>
                    <a:lstStyle/>
                    <a:p>
                      <a:pPr marL="317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solidFill>
                            <a:srgbClr val="25252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Time/Score</a:t>
                      </a:r>
                      <a:endParaRPr sz="28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5875" marB="0"/>
                </a:tc>
                <a:tc>
                  <a:txBody>
                    <a:bodyPr/>
                    <a:lstStyle/>
                    <a:p>
                      <a:pPr marL="220979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solidFill>
                            <a:srgbClr val="25252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 ON</a:t>
                      </a: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587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275">
                <a:tc>
                  <a:txBody>
                    <a:bodyPr/>
                    <a:lstStyle/>
                    <a:p>
                      <a:pPr marL="317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solidFill>
                            <a:srgbClr val="25252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Display Player Names : Opponent’s Team</a:t>
                      </a:r>
                      <a:endParaRPr sz="28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5875" marB="0"/>
                </a:tc>
                <a:tc>
                  <a:txBody>
                    <a:bodyPr/>
                    <a:lstStyle/>
                    <a:p>
                      <a:pPr marL="220979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solidFill>
                            <a:srgbClr val="25252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 ON</a:t>
                      </a: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587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275">
                <a:tc>
                  <a:txBody>
                    <a:bodyPr/>
                    <a:lstStyle/>
                    <a:p>
                      <a:pPr marL="317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solidFill>
                            <a:srgbClr val="25252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Set Piece Guides</a:t>
                      </a:r>
                      <a:endParaRPr sz="28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5875" marB="0"/>
                </a:tc>
                <a:tc>
                  <a:txBody>
                    <a:bodyPr/>
                    <a:lstStyle/>
                    <a:p>
                      <a:pPr marL="220979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solidFill>
                            <a:srgbClr val="25252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 OFF</a:t>
                      </a: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587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300">
                <a:tc>
                  <a:txBody>
                    <a:bodyPr/>
                    <a:lstStyle/>
                    <a:p>
                      <a:pPr marL="31750" marR="0" lvl="0" indent="0" algn="l" rtl="0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solidFill>
                            <a:srgbClr val="25252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Goal Celebration Prompts</a:t>
                      </a:r>
                      <a:endParaRPr sz="28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5875" marB="0"/>
                </a:tc>
                <a:tc>
                  <a:txBody>
                    <a:bodyPr/>
                    <a:lstStyle/>
                    <a:p>
                      <a:pPr marL="220979" marR="0" lvl="0" indent="0" algn="l" rtl="0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solidFill>
                            <a:srgbClr val="25252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 OFF</a:t>
                      </a:r>
                      <a:endParaRPr sz="28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587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 txBox="1"/>
          <p:nvPr/>
        </p:nvSpPr>
        <p:spPr>
          <a:xfrm>
            <a:off x="2231135" y="964691"/>
            <a:ext cx="7729855" cy="1213148"/>
          </a:xfrm>
          <a:prstGeom prst="rect">
            <a:avLst/>
          </a:prstGeom>
          <a:solidFill>
            <a:srgbClr val="FFFFFF"/>
          </a:solidFill>
          <a:ln w="3175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47975" rIns="0" bIns="0" anchor="t" anchorCtr="0">
            <a:spAutoFit/>
          </a:bodyPr>
          <a:lstStyle/>
          <a:p>
            <a:pPr marL="0" marR="2095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TERIMAKASIH</a:t>
            </a:r>
          </a:p>
          <a:p>
            <a:pPr marL="0" marR="2095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11"/>
          <p:cNvSpPr txBox="1"/>
          <p:nvPr/>
        </p:nvSpPr>
        <p:spPr>
          <a:xfrm>
            <a:off x="2109750" y="2387718"/>
            <a:ext cx="7972500" cy="14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8425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LOKASI PERTANDINGAN :</a:t>
            </a:r>
            <a:endParaRPr sz="37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spcBef>
                <a:spcPts val="1000"/>
              </a:spcBef>
            </a:pPr>
            <a:r>
              <a:rPr lang="en-US" sz="3700" b="1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GRAHA YOWANA SUCI</a:t>
            </a:r>
            <a:endParaRPr sz="37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667</Words>
  <Application>Microsoft Office PowerPoint</Application>
  <PresentationFormat>Widescreen</PresentationFormat>
  <Paragraphs>136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Noto Sans Symbols</vt:lpstr>
      <vt:lpstr>Times New Roman</vt:lpstr>
      <vt:lpstr>Office Theme</vt:lpstr>
      <vt:lpstr>PERATURAN</vt:lpstr>
      <vt:lpstr>PERATURAN UMUM</vt:lpstr>
      <vt:lpstr>PERATURAN UMUM</vt:lpstr>
      <vt:lpstr>PENALTI/DISKUALIFIKASI/WO</vt:lpstr>
      <vt:lpstr>KLAIM TURNAMEN</vt:lpstr>
      <vt:lpstr> FORMAT MATCH SMP </vt:lpstr>
      <vt:lpstr> FORMAT MATCH SMA </vt:lpstr>
      <vt:lpstr> FORMAT MATCH</vt:lpstr>
      <vt:lpstr> FORMAT MATCH</vt:lpstr>
      <vt:lpstr> FORMAT MATCH</vt:lpstr>
      <vt:lpstr> FORMAT MATCH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PERATURAN</dc:title>
  <dc:creator>USER</dc:creator>
  <cp:lastModifiedBy>Edhi satriya</cp:lastModifiedBy>
  <cp:revision>8</cp:revision>
  <dcterms:created xsi:type="dcterms:W3CDTF">2025-02-20T00:19:07Z</dcterms:created>
  <dcterms:modified xsi:type="dcterms:W3CDTF">2026-03-13T14:11:07Z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2023-12-01T00:00:00Z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2025-02-20T00:00:00Z</vt:filetime>
  </property>
  <property fmtid="{D5CDD505-2E9C-101B-9397-08002B2CF9AE}" pid="5" name="Producer">
    <vt:lpwstr>Microsoft® PowerPoint® 2019</vt:lpwstr>
  </property>
</Properties>
</file>