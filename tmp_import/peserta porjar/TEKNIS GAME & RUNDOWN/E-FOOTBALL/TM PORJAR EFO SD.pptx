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18" roundtripDataSignature="AMtx7mgi5ninCNWv2FJMHytj9FAmGqKc0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FBA95FB-FBD2-4147-B67E-FE276410DCEF}">
  <a:tblStyle styleId="{BFBA95FB-FBD2-4147-B67E-FE276410DCEF}"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18"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 name="Google Shape;42;p1: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 name="Google Shape;48;p2: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 name="Google Shape;54;p3: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 name="Google Shape;61;p4: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 name="Google Shape;67;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 name="Google Shape;73;p6: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 name="Google Shape;80;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7" name="Google Shape;87;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1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p10: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p11: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13"/>
          <p:cNvSpPr txBox="1"/>
          <p:nvPr>
            <p:ph type="title"/>
          </p:nvPr>
        </p:nvSpPr>
        <p:spPr>
          <a:xfrm>
            <a:off x="1176147" y="2386583"/>
            <a:ext cx="9839705" cy="115442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700">
                <a:solidFill>
                  <a:srgbClr val="252525"/>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3"/>
          <p:cNvSpPr txBox="1"/>
          <p:nvPr>
            <p:ph idx="1" type="body"/>
          </p:nvPr>
        </p:nvSpPr>
        <p:spPr>
          <a:xfrm>
            <a:off x="1092961" y="2368717"/>
            <a:ext cx="8063865" cy="2906395"/>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a:solidFill>
                  <a:schemeClr val="dk1"/>
                </a:solidFil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5" name="Google Shape;15;p1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8" name="Shape 18"/>
        <p:cNvGrpSpPr/>
        <p:nvPr/>
      </p:nvGrpSpPr>
      <p:grpSpPr>
        <a:xfrm>
          <a:off x="0" y="0"/>
          <a:ext cx="0" cy="0"/>
          <a:chOff x="0" y="0"/>
          <a:chExt cx="0" cy="0"/>
        </a:xfrm>
      </p:grpSpPr>
      <p:sp>
        <p:nvSpPr>
          <p:cNvPr id="19" name="Google Shape;19;p14"/>
          <p:cNvSpPr txBox="1"/>
          <p:nvPr>
            <p:ph type="title"/>
          </p:nvPr>
        </p:nvSpPr>
        <p:spPr>
          <a:xfrm>
            <a:off x="1176147" y="2386583"/>
            <a:ext cx="9839705" cy="115442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700">
                <a:solidFill>
                  <a:srgbClr val="252525"/>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4"/>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1" name="Google Shape;21;p14"/>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2" name="Google Shape;22;p1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 name="Shape 25"/>
        <p:cNvGrpSpPr/>
        <p:nvPr/>
      </p:nvGrpSpPr>
      <p:grpSpPr>
        <a:xfrm>
          <a:off x="0" y="0"/>
          <a:ext cx="0" cy="0"/>
          <a:chOff x="0" y="0"/>
          <a:chExt cx="0" cy="0"/>
        </a:xfrm>
      </p:grpSpPr>
      <p:sp>
        <p:nvSpPr>
          <p:cNvPr id="26" name="Google Shape;26;p15"/>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700">
                <a:solidFill>
                  <a:srgbClr val="252525"/>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5"/>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 name="Shape 31"/>
        <p:cNvGrpSpPr/>
        <p:nvPr/>
      </p:nvGrpSpPr>
      <p:grpSpPr>
        <a:xfrm>
          <a:off x="0" y="0"/>
          <a:ext cx="0" cy="0"/>
          <a:chOff x="0" y="0"/>
          <a:chExt cx="0" cy="0"/>
        </a:xfrm>
      </p:grpSpPr>
      <p:sp>
        <p:nvSpPr>
          <p:cNvPr id="32" name="Google Shape;32;p16"/>
          <p:cNvSpPr txBox="1"/>
          <p:nvPr>
            <p:ph type="title"/>
          </p:nvPr>
        </p:nvSpPr>
        <p:spPr>
          <a:xfrm>
            <a:off x="1176147" y="2386583"/>
            <a:ext cx="9839705" cy="115442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700">
                <a:solidFill>
                  <a:srgbClr val="252525"/>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 name="Shape 36"/>
        <p:cNvGrpSpPr/>
        <p:nvPr/>
      </p:nvGrpSpPr>
      <p:grpSpPr>
        <a:xfrm>
          <a:off x="0" y="0"/>
          <a:ext cx="0" cy="0"/>
          <a:chOff x="0" y="0"/>
          <a:chExt cx="0" cy="0"/>
        </a:xfrm>
      </p:grpSpPr>
      <p:sp>
        <p:nvSpPr>
          <p:cNvPr id="37" name="Google Shape;37;p1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p:nvPr/>
        </p:nvSpPr>
        <p:spPr>
          <a:xfrm>
            <a:off x="0" y="0"/>
            <a:ext cx="12192000" cy="6858000"/>
          </a:xfrm>
          <a:custGeom>
            <a:rect b="b" l="l" r="r" t="t"/>
            <a:pathLst>
              <a:path extrusionOk="0" h="6858000" w="12192000">
                <a:moveTo>
                  <a:pt x="12192000" y="0"/>
                </a:moveTo>
                <a:lnTo>
                  <a:pt x="0" y="0"/>
                </a:lnTo>
                <a:lnTo>
                  <a:pt x="0" y="6858000"/>
                </a:lnTo>
                <a:lnTo>
                  <a:pt x="12192000" y="6858000"/>
                </a:lnTo>
                <a:lnTo>
                  <a:pt x="12192000" y="0"/>
                </a:lnTo>
                <a:close/>
              </a:path>
            </a:pathLst>
          </a:custGeom>
          <a:solidFill>
            <a:srgbClr val="F1F1F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 name="Google Shape;7;p12"/>
          <p:cNvSpPr txBox="1"/>
          <p:nvPr>
            <p:ph type="title"/>
          </p:nvPr>
        </p:nvSpPr>
        <p:spPr>
          <a:xfrm>
            <a:off x="1176147" y="2386583"/>
            <a:ext cx="9839705" cy="1154429"/>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3700" u="none" cap="none" strike="noStrike">
                <a:solidFill>
                  <a:srgbClr val="252525"/>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12"/>
          <p:cNvSpPr txBox="1"/>
          <p:nvPr>
            <p:ph idx="1" type="body"/>
          </p:nvPr>
        </p:nvSpPr>
        <p:spPr>
          <a:xfrm>
            <a:off x="1092961" y="2368717"/>
            <a:ext cx="8063865" cy="2906395"/>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9" name="Google Shape;9;p1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1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
          <p:cNvSpPr txBox="1"/>
          <p:nvPr>
            <p:ph type="title"/>
          </p:nvPr>
        </p:nvSpPr>
        <p:spPr>
          <a:xfrm>
            <a:off x="1600200" y="2386583"/>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0" anchor="t" bIns="0" lIns="0" spcFirstLastPara="1" rIns="0" wrap="square" tIns="488300">
            <a:spAutoFit/>
          </a:bodyPr>
          <a:lstStyle/>
          <a:p>
            <a:pPr indent="0" lvl="0" marL="0" marR="19685" rtl="0" algn="ctr">
              <a:lnSpc>
                <a:spcPct val="100000"/>
              </a:lnSpc>
              <a:spcBef>
                <a:spcPts val="0"/>
              </a:spcBef>
              <a:spcAft>
                <a:spcPts val="0"/>
              </a:spcAft>
              <a:buSzPts val="1400"/>
              <a:buNone/>
            </a:pPr>
            <a:r>
              <a:rPr b="1" lang="en-US" sz="3800">
                <a:latin typeface="Times New Roman"/>
                <a:ea typeface="Times New Roman"/>
                <a:cs typeface="Times New Roman"/>
                <a:sym typeface="Times New Roman"/>
              </a:rPr>
              <a:t>PERATURAN</a:t>
            </a:r>
            <a:endParaRPr sz="3800">
              <a:latin typeface="Times New Roman"/>
              <a:ea typeface="Times New Roman"/>
              <a:cs typeface="Times New Roman"/>
              <a:sym typeface="Times New Roman"/>
            </a:endParaRPr>
          </a:p>
        </p:txBody>
      </p:sp>
      <p:sp>
        <p:nvSpPr>
          <p:cNvPr id="45" name="Google Shape;45;p1"/>
          <p:cNvSpPr txBox="1"/>
          <p:nvPr/>
        </p:nvSpPr>
        <p:spPr>
          <a:xfrm>
            <a:off x="2971800" y="4343400"/>
            <a:ext cx="6248400" cy="1133002"/>
          </a:xfrm>
          <a:prstGeom prst="rect">
            <a:avLst/>
          </a:prstGeom>
          <a:noFill/>
          <a:ln>
            <a:noFill/>
          </a:ln>
        </p:spPr>
        <p:txBody>
          <a:bodyPr anchorCtr="0" anchor="t" bIns="0" lIns="0" spcFirstLastPara="1" rIns="0" wrap="square" tIns="12050">
            <a:spAutoFit/>
          </a:bodyPr>
          <a:lstStyle/>
          <a:p>
            <a:pPr indent="0" lvl="0" marL="12700" marR="0" rtl="0" algn="ctr">
              <a:lnSpc>
                <a:spcPct val="100000"/>
              </a:lnSpc>
              <a:spcBef>
                <a:spcPts val="0"/>
              </a:spcBef>
              <a:spcAft>
                <a:spcPts val="0"/>
              </a:spcAft>
              <a:buClr>
                <a:srgbClr val="000000"/>
              </a:buClr>
              <a:buSzPts val="3600"/>
              <a:buFont typeface="Arial"/>
              <a:buNone/>
            </a:pPr>
            <a:r>
              <a:rPr b="1" i="0" lang="en-US" sz="3600" u="none" cap="none" strike="noStrike">
                <a:solidFill>
                  <a:srgbClr val="404040"/>
                </a:solidFill>
                <a:latin typeface="Times New Roman"/>
                <a:ea typeface="Times New Roman"/>
                <a:cs typeface="Times New Roman"/>
                <a:sym typeface="Times New Roman"/>
              </a:rPr>
              <a:t>E FOOTBALL SD 2026</a:t>
            </a:r>
            <a:endParaRPr b="1" i="0" sz="3600" u="none" cap="none" strike="noStrike">
              <a:solidFill>
                <a:srgbClr val="404040"/>
              </a:solidFill>
              <a:latin typeface="Times New Roman"/>
              <a:ea typeface="Times New Roman"/>
              <a:cs typeface="Times New Roman"/>
              <a:sym typeface="Times New Roman"/>
            </a:endParaRPr>
          </a:p>
          <a:p>
            <a:pPr indent="0" lvl="0" marL="12700" marR="0" rtl="0" algn="ctr">
              <a:lnSpc>
                <a:spcPct val="100000"/>
              </a:lnSpc>
              <a:spcBef>
                <a:spcPts val="95"/>
              </a:spcBef>
              <a:spcAft>
                <a:spcPts val="0"/>
              </a:spcAft>
              <a:buClr>
                <a:srgbClr val="000000"/>
              </a:buClr>
              <a:buSzPts val="3600"/>
              <a:buFont typeface="Arial"/>
              <a:buNone/>
            </a:pPr>
            <a:r>
              <a:rPr b="1" i="0" lang="en-US" sz="3600" u="none" cap="none" strike="noStrike">
                <a:solidFill>
                  <a:srgbClr val="404040"/>
                </a:solidFill>
                <a:latin typeface="Times New Roman"/>
                <a:ea typeface="Times New Roman"/>
                <a:cs typeface="Times New Roman"/>
                <a:sym typeface="Times New Roman"/>
              </a:rPr>
              <a:t>PORJAR DENPASAR</a:t>
            </a:r>
            <a:endParaRPr b="0" i="0" sz="3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2"/>
          <p:cNvSpPr txBox="1"/>
          <p:nvPr>
            <p:ph type="title"/>
          </p:nvPr>
        </p:nvSpPr>
        <p:spPr>
          <a:xfrm>
            <a:off x="2231135" y="964691"/>
            <a:ext cx="7729855" cy="78226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347975">
            <a:spAutoFit/>
          </a:bodyPr>
          <a:lstStyle/>
          <a:p>
            <a:pPr indent="0" lvl="0" marL="0" marR="20320" rtl="0" algn="ctr">
              <a:lnSpc>
                <a:spcPct val="100000"/>
              </a:lnSpc>
              <a:spcBef>
                <a:spcPts val="0"/>
              </a:spcBef>
              <a:spcAft>
                <a:spcPts val="0"/>
              </a:spcAft>
              <a:buSzPts val="1400"/>
              <a:buNone/>
            </a:pPr>
            <a:r>
              <a:rPr b="1" lang="en-US" sz="2800">
                <a:latin typeface="Times New Roman"/>
                <a:ea typeface="Times New Roman"/>
                <a:cs typeface="Times New Roman"/>
                <a:sym typeface="Times New Roman"/>
              </a:rPr>
              <a:t>PERATURAN UMUM</a:t>
            </a:r>
            <a:endParaRPr sz="2800">
              <a:latin typeface="Times New Roman"/>
              <a:ea typeface="Times New Roman"/>
              <a:cs typeface="Times New Roman"/>
              <a:sym typeface="Times New Roman"/>
            </a:endParaRPr>
          </a:p>
        </p:txBody>
      </p:sp>
      <p:sp>
        <p:nvSpPr>
          <p:cNvPr id="51" name="Google Shape;51;p2"/>
          <p:cNvSpPr txBox="1"/>
          <p:nvPr/>
        </p:nvSpPr>
        <p:spPr>
          <a:xfrm>
            <a:off x="2310129" y="2129247"/>
            <a:ext cx="7572900" cy="2838300"/>
          </a:xfrm>
          <a:prstGeom prst="rect">
            <a:avLst/>
          </a:prstGeom>
          <a:noFill/>
          <a:ln>
            <a:noFill/>
          </a:ln>
        </p:spPr>
        <p:txBody>
          <a:bodyPr anchorCtr="0" anchor="t" bIns="0" lIns="0" spcFirstLastPara="1" rIns="0" wrap="square" tIns="64750">
            <a:spAutoFit/>
          </a:bodyPr>
          <a:lstStyle/>
          <a:p>
            <a:pPr indent="-342900" lvl="0" marL="355600" marR="6350" rtl="0" algn="just">
              <a:lnSpc>
                <a:spcPct val="101818"/>
              </a:lnSpc>
              <a:spcBef>
                <a:spcPts val="0"/>
              </a:spcBef>
              <a:spcAft>
                <a:spcPts val="0"/>
              </a:spcAft>
              <a:buClr>
                <a:srgbClr val="9BAEB5"/>
              </a:buClr>
              <a:buSzPts val="2200"/>
              <a:buFont typeface="Noto Sans Symbols"/>
              <a:buChar char="∙"/>
            </a:pPr>
            <a:r>
              <a:rPr b="0" i="0" lang="en-US" sz="2200" u="none" cap="none" strike="noStrike">
                <a:solidFill>
                  <a:srgbClr val="252525"/>
                </a:solidFill>
                <a:latin typeface="Times New Roman"/>
                <a:ea typeface="Times New Roman"/>
                <a:cs typeface="Times New Roman"/>
                <a:sym typeface="Times New Roman"/>
              </a:rPr>
              <a:t>Seluruh  peserta  diwajibkan  untuk  mengerti  dan  mengikuti seluruh peraturan yang berlaku.</a:t>
            </a:r>
            <a:endParaRPr b="0" i="0" sz="2200" u="none" cap="none" strike="noStrike">
              <a:solidFill>
                <a:srgbClr val="000000"/>
              </a:solidFill>
              <a:latin typeface="Times New Roman"/>
              <a:ea typeface="Times New Roman"/>
              <a:cs typeface="Times New Roman"/>
              <a:sym typeface="Times New Roman"/>
            </a:endParaRPr>
          </a:p>
          <a:p>
            <a:pPr indent="-342900" lvl="0" marL="355600" marR="5080" rtl="0" algn="just">
              <a:lnSpc>
                <a:spcPct val="86600"/>
              </a:lnSpc>
              <a:spcBef>
                <a:spcPts val="1055"/>
              </a:spcBef>
              <a:spcAft>
                <a:spcPts val="0"/>
              </a:spcAft>
              <a:buClr>
                <a:srgbClr val="9BAEB5"/>
              </a:buClr>
              <a:buSzPts val="2200"/>
              <a:buFont typeface="Noto Sans Symbols"/>
              <a:buChar char="∙"/>
            </a:pPr>
            <a:r>
              <a:rPr b="0" i="0" lang="en-US" sz="2200" u="none" cap="none" strike="noStrike">
                <a:solidFill>
                  <a:srgbClr val="252525"/>
                </a:solidFill>
                <a:latin typeface="Times New Roman"/>
                <a:ea typeface="Times New Roman"/>
                <a:cs typeface="Times New Roman"/>
                <a:sym typeface="Times New Roman"/>
              </a:rPr>
              <a:t>Pada  tanggal pertandingan, peserta  sudah  berkumpul  di  area pertandingan 30 menit sebelum bertanding, tidak ada toleransi keterlambatan, jika satu tim terdapat  pemain  yang  tidak  hadir  maka  pertandingan  tetap dilanjutkan   dengan   sisa   pemain   yang   ada   di   lokasi pertandingan.</a:t>
            </a:r>
            <a:endParaRPr b="0" i="0" sz="2200" u="none" cap="none" strike="noStrike">
              <a:solidFill>
                <a:srgbClr val="000000"/>
              </a:solidFill>
              <a:latin typeface="Times New Roman"/>
              <a:ea typeface="Times New Roman"/>
              <a:cs typeface="Times New Roman"/>
              <a:sym typeface="Times New Roman"/>
            </a:endParaRPr>
          </a:p>
          <a:p>
            <a:pPr indent="0" lvl="0" marL="0" marR="5715" rtl="0" algn="just">
              <a:lnSpc>
                <a:spcPct val="101818"/>
              </a:lnSpc>
              <a:spcBef>
                <a:spcPts val="1115"/>
              </a:spcBef>
              <a:spcAft>
                <a:spcPts val="0"/>
              </a:spcAft>
              <a:buNone/>
            </a:pPr>
            <a:r>
              <a:t/>
            </a:r>
            <a:endParaRPr b="0" i="0" sz="2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3"/>
          <p:cNvSpPr txBox="1"/>
          <p:nvPr/>
        </p:nvSpPr>
        <p:spPr>
          <a:xfrm>
            <a:off x="2231073" y="372741"/>
            <a:ext cx="7729800" cy="78240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347975">
            <a:spAutoFit/>
          </a:bodyPr>
          <a:lstStyle/>
          <a:p>
            <a:pPr indent="0" lvl="0" marL="0" marR="20320" rtl="0" algn="ctr">
              <a:spcBef>
                <a:spcPts val="0"/>
              </a:spcBef>
              <a:spcAft>
                <a:spcPts val="0"/>
              </a:spcAft>
              <a:buNone/>
            </a:pPr>
            <a:r>
              <a:rPr b="1" lang="en-US" sz="2800">
                <a:solidFill>
                  <a:srgbClr val="252525"/>
                </a:solidFill>
                <a:latin typeface="Times New Roman"/>
                <a:ea typeface="Times New Roman"/>
                <a:cs typeface="Times New Roman"/>
                <a:sym typeface="Times New Roman"/>
              </a:rPr>
              <a:t>PERATURAN UMUM</a:t>
            </a:r>
            <a:endParaRPr sz="2800">
              <a:solidFill>
                <a:srgbClr val="252525"/>
              </a:solidFill>
              <a:latin typeface="Times New Roman"/>
              <a:ea typeface="Times New Roman"/>
              <a:cs typeface="Times New Roman"/>
              <a:sym typeface="Times New Roman"/>
            </a:endParaRPr>
          </a:p>
        </p:txBody>
      </p:sp>
      <p:sp>
        <p:nvSpPr>
          <p:cNvPr id="57" name="Google Shape;57;p3"/>
          <p:cNvSpPr txBox="1"/>
          <p:nvPr/>
        </p:nvSpPr>
        <p:spPr>
          <a:xfrm>
            <a:off x="2231074" y="1582938"/>
            <a:ext cx="7571100" cy="2175600"/>
          </a:xfrm>
          <a:prstGeom prst="rect">
            <a:avLst/>
          </a:prstGeom>
          <a:noFill/>
          <a:ln>
            <a:noFill/>
          </a:ln>
        </p:spPr>
        <p:txBody>
          <a:bodyPr anchorCtr="0" anchor="t" bIns="0" lIns="0" spcFirstLastPara="1" rIns="0" wrap="square" tIns="12700">
            <a:spAutoFit/>
          </a:bodyPr>
          <a:lstStyle/>
          <a:p>
            <a:pPr indent="-342900" lvl="0" marL="355600" marR="5080" rtl="0" algn="just">
              <a:lnSpc>
                <a:spcPct val="106900"/>
              </a:lnSpc>
              <a:spcBef>
                <a:spcPts val="0"/>
              </a:spcBef>
              <a:spcAft>
                <a:spcPts val="0"/>
              </a:spcAft>
              <a:buClr>
                <a:srgbClr val="9BAEB5"/>
              </a:buClr>
              <a:buSzPts val="1800"/>
              <a:buFont typeface="Noto Sans Symbols"/>
              <a:buChar char="∙"/>
            </a:pPr>
            <a:r>
              <a:rPr b="0" i="0" lang="en-US" sz="1800" u="none" cap="none" strike="noStrike">
                <a:solidFill>
                  <a:srgbClr val="252525"/>
                </a:solidFill>
                <a:latin typeface="Times New Roman"/>
                <a:ea typeface="Times New Roman"/>
                <a:cs typeface="Times New Roman"/>
                <a:sym typeface="Times New Roman"/>
              </a:rPr>
              <a:t>Panitia  bisa  memberikan  diskualifikasi  kepada  peserta  selama  turnamen sewaktu-waktu jika ada tindakan yang melanggar peraturan dan kelakuan buruk oleh peserta.</a:t>
            </a:r>
            <a:endParaRPr b="0" i="0" sz="1800" u="none" cap="none" strike="noStrike">
              <a:solidFill>
                <a:srgbClr val="000000"/>
              </a:solidFill>
              <a:latin typeface="Times New Roman"/>
              <a:ea typeface="Times New Roman"/>
              <a:cs typeface="Times New Roman"/>
              <a:sym typeface="Times New Roman"/>
            </a:endParaRPr>
          </a:p>
          <a:p>
            <a:pPr indent="-342265" lvl="0" marL="354965" marR="0" rtl="0" algn="just">
              <a:lnSpc>
                <a:spcPct val="100000"/>
              </a:lnSpc>
              <a:spcBef>
                <a:spcPts val="1150"/>
              </a:spcBef>
              <a:spcAft>
                <a:spcPts val="0"/>
              </a:spcAft>
              <a:buClr>
                <a:srgbClr val="9BAEB5"/>
              </a:buClr>
              <a:buSzPts val="1800"/>
              <a:buFont typeface="Noto Sans Symbols"/>
              <a:buChar char="∙"/>
            </a:pPr>
            <a:r>
              <a:rPr b="0" i="0" lang="en-US" sz="1800" u="none" cap="none" strike="noStrike">
                <a:solidFill>
                  <a:srgbClr val="252525"/>
                </a:solidFill>
                <a:latin typeface="Times New Roman"/>
                <a:ea typeface="Times New Roman"/>
                <a:cs typeface="Times New Roman"/>
                <a:sym typeface="Times New Roman"/>
              </a:rPr>
              <a:t>Peserta diwajibkan bergabung dalam Group Whatsapp.</a:t>
            </a:r>
            <a:endParaRPr b="0" i="0" sz="1800" u="none" cap="none" strike="noStrike">
              <a:solidFill>
                <a:srgbClr val="000000"/>
              </a:solidFill>
              <a:latin typeface="Times New Roman"/>
              <a:ea typeface="Times New Roman"/>
              <a:cs typeface="Times New Roman"/>
              <a:sym typeface="Times New Roman"/>
            </a:endParaRPr>
          </a:p>
          <a:p>
            <a:pPr indent="-342265" lvl="0" marL="354965" marR="0" rtl="0" algn="just">
              <a:lnSpc>
                <a:spcPct val="100000"/>
              </a:lnSpc>
              <a:spcBef>
                <a:spcPts val="1155"/>
              </a:spcBef>
              <a:spcAft>
                <a:spcPts val="0"/>
              </a:spcAft>
              <a:buClr>
                <a:srgbClr val="9BAEB5"/>
              </a:buClr>
              <a:buSzPts val="1800"/>
              <a:buFont typeface="Noto Sans Symbols"/>
              <a:buChar char="∙"/>
            </a:pPr>
            <a:r>
              <a:rPr b="0" i="0" lang="en-US" sz="1800" u="none" cap="none" strike="noStrike">
                <a:solidFill>
                  <a:srgbClr val="252525"/>
                </a:solidFill>
                <a:latin typeface="Times New Roman"/>
                <a:ea typeface="Times New Roman"/>
                <a:cs typeface="Times New Roman"/>
                <a:sym typeface="Times New Roman"/>
              </a:rPr>
              <a:t>Peserta diwajibkan untuk berada di sekitar area pertandingan.</a:t>
            </a:r>
            <a:endParaRPr b="0" i="0" sz="18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1150"/>
              </a:spcBef>
              <a:spcAft>
                <a:spcPts val="0"/>
              </a:spcAft>
              <a:buClr>
                <a:srgbClr val="9BAEB5"/>
              </a:buClr>
              <a:buSzPts val="1800"/>
              <a:buFont typeface="Noto Sans Symbols"/>
              <a:buChar char="∙"/>
            </a:pPr>
            <a:r>
              <a:rPr b="0" i="0" lang="en-US" sz="1800" u="none" cap="none" strike="noStrike">
                <a:solidFill>
                  <a:srgbClr val="252525"/>
                </a:solidFill>
                <a:latin typeface="Times New Roman"/>
                <a:ea typeface="Times New Roman"/>
                <a:cs typeface="Times New Roman"/>
                <a:sym typeface="Times New Roman"/>
              </a:rPr>
              <a:t>Setelah menyelesaikan pertandingan, Bagi peserta yang  menang segera</a:t>
            </a:r>
            <a:endParaRPr b="0" i="0" sz="1800" u="none" cap="none" strike="noStrike">
              <a:solidFill>
                <a:srgbClr val="000000"/>
              </a:solidFill>
              <a:latin typeface="Times New Roman"/>
              <a:ea typeface="Times New Roman"/>
              <a:cs typeface="Times New Roman"/>
              <a:sym typeface="Times New Roman"/>
            </a:endParaRPr>
          </a:p>
        </p:txBody>
      </p:sp>
      <p:sp>
        <p:nvSpPr>
          <p:cNvPr id="58" name="Google Shape;58;p3"/>
          <p:cNvSpPr txBox="1"/>
          <p:nvPr/>
        </p:nvSpPr>
        <p:spPr>
          <a:xfrm>
            <a:off x="2231075" y="3758550"/>
            <a:ext cx="9647100" cy="3394800"/>
          </a:xfrm>
          <a:prstGeom prst="rect">
            <a:avLst/>
          </a:prstGeom>
          <a:noFill/>
          <a:ln>
            <a:noFill/>
          </a:ln>
        </p:spPr>
        <p:txBody>
          <a:bodyPr anchorCtr="0" anchor="t" bIns="0" lIns="0" spcFirstLastPara="1" rIns="0" wrap="square" tIns="158750">
            <a:spAutoFit/>
          </a:bodyPr>
          <a:lstStyle/>
          <a:p>
            <a:pPr indent="0" lvl="0" marL="355600" marR="0" rtl="0" algn="l">
              <a:lnSpc>
                <a:spcPct val="100000"/>
              </a:lnSpc>
              <a:spcBef>
                <a:spcPts val="0"/>
              </a:spcBef>
              <a:spcAft>
                <a:spcPts val="0"/>
              </a:spcAft>
              <a:buClr>
                <a:srgbClr val="000000"/>
              </a:buClr>
              <a:buSzPts val="1800"/>
              <a:buFont typeface="Arial"/>
              <a:buNone/>
            </a:pPr>
            <a:r>
              <a:rPr b="0" i="0" lang="en-US" sz="1800" u="none" cap="none" strike="noStrike">
                <a:solidFill>
                  <a:srgbClr val="252525"/>
                </a:solidFill>
                <a:latin typeface="Times New Roman"/>
                <a:ea typeface="Times New Roman"/>
                <a:cs typeface="Times New Roman"/>
                <a:sym typeface="Times New Roman"/>
              </a:rPr>
              <a:t>menghubungi panitia untuk hasil pertandingan.</a:t>
            </a:r>
            <a:endParaRPr b="0" i="0" sz="18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1155"/>
              </a:spcBef>
              <a:spcAft>
                <a:spcPts val="0"/>
              </a:spcAft>
              <a:buClr>
                <a:srgbClr val="9BAEB5"/>
              </a:buClr>
              <a:buSzPts val="1800"/>
              <a:buFont typeface="Noto Sans Symbols"/>
              <a:buChar char="∙"/>
            </a:pPr>
            <a:r>
              <a:rPr b="0" i="0" lang="en-US" sz="1800" u="none" cap="none" strike="noStrike">
                <a:solidFill>
                  <a:srgbClr val="252525"/>
                </a:solidFill>
                <a:latin typeface="Times New Roman"/>
                <a:ea typeface="Times New Roman"/>
                <a:cs typeface="Times New Roman"/>
                <a:sym typeface="Times New Roman"/>
              </a:rPr>
              <a:t>Peserta wajib menggunakan pakaian yang s</a:t>
            </a:r>
            <a:r>
              <a:rPr lang="en-US" sz="1800">
                <a:solidFill>
                  <a:srgbClr val="252525"/>
                </a:solidFill>
                <a:latin typeface="Times New Roman"/>
                <a:ea typeface="Times New Roman"/>
                <a:cs typeface="Times New Roman"/>
                <a:sym typeface="Times New Roman"/>
              </a:rPr>
              <a:t>eragam (contoh : apabila memakai seragam olahraga, semua peserta wajib menggunakan pakaian yang sama dengan identitas sekolah)</a:t>
            </a:r>
            <a:r>
              <a:rPr b="0" i="0" lang="en-US" sz="1800" u="none" cap="none" strike="noStrike">
                <a:solidFill>
                  <a:srgbClr val="252525"/>
                </a:solidFill>
                <a:latin typeface="Times New Roman"/>
                <a:ea typeface="Times New Roman"/>
                <a:cs typeface="Times New Roman"/>
                <a:sym typeface="Times New Roman"/>
              </a:rPr>
              <a:t> dan menggunakan sepatu</a:t>
            </a:r>
            <a:endParaRPr b="0" i="0" sz="1800" u="none" cap="none" strike="noStrike">
              <a:solidFill>
                <a:srgbClr val="252525"/>
              </a:solidFill>
              <a:latin typeface="Times New Roman"/>
              <a:ea typeface="Times New Roman"/>
              <a:cs typeface="Times New Roman"/>
              <a:sym typeface="Times New Roman"/>
            </a:endParaRPr>
          </a:p>
          <a:p>
            <a:pPr indent="-342265" lvl="0" marL="354965" marR="0" rtl="0" algn="l">
              <a:lnSpc>
                <a:spcPct val="100000"/>
              </a:lnSpc>
              <a:spcBef>
                <a:spcPts val="1155"/>
              </a:spcBef>
              <a:spcAft>
                <a:spcPts val="0"/>
              </a:spcAft>
              <a:buClr>
                <a:srgbClr val="9BAEB5"/>
              </a:buClr>
              <a:buSzPts val="1800"/>
              <a:buFont typeface="Noto Sans Symbols"/>
              <a:buChar char="∙"/>
            </a:pPr>
            <a:r>
              <a:rPr b="0" i="0" lang="en-US" sz="1800" u="none" cap="none" strike="noStrike">
                <a:solidFill>
                  <a:srgbClr val="262626"/>
                </a:solidFill>
                <a:latin typeface="Times New Roman"/>
                <a:ea typeface="Times New Roman"/>
                <a:cs typeface="Times New Roman"/>
                <a:sym typeface="Times New Roman"/>
              </a:rPr>
              <a:t>Peserta wajib membawa penanda identitas (Kartu pelajar), Rapot dan surat keterangan</a:t>
            </a:r>
            <a:endParaRPr b="0" i="0" sz="1800" u="none" cap="none" strike="noStrike">
              <a:solidFill>
                <a:srgbClr val="262626"/>
              </a:solidFill>
              <a:latin typeface="Times New Roman"/>
              <a:ea typeface="Times New Roman"/>
              <a:cs typeface="Times New Roman"/>
              <a:sym typeface="Times New Roman"/>
            </a:endParaRPr>
          </a:p>
          <a:p>
            <a:pPr indent="-342265" lvl="0" marL="354965" marR="0" rtl="0" algn="l">
              <a:lnSpc>
                <a:spcPct val="100000"/>
              </a:lnSpc>
              <a:spcBef>
                <a:spcPts val="1155"/>
              </a:spcBef>
              <a:spcAft>
                <a:spcPts val="0"/>
              </a:spcAft>
              <a:buClr>
                <a:srgbClr val="9BAEB5"/>
              </a:buClr>
              <a:buSzPts val="1800"/>
              <a:buFont typeface="Noto Sans Symbols"/>
              <a:buChar char="∙"/>
            </a:pPr>
            <a:r>
              <a:rPr b="0" i="0" lang="en-US" sz="1800" u="none" cap="none" strike="noStrike">
                <a:solidFill>
                  <a:srgbClr val="262626"/>
                </a:solidFill>
                <a:latin typeface="Times New Roman"/>
                <a:ea typeface="Times New Roman"/>
                <a:cs typeface="Times New Roman"/>
                <a:sym typeface="Times New Roman"/>
              </a:rPr>
              <a:t>Sebelum pertandingan, peserta wajib menunjukkan identitas</a:t>
            </a:r>
            <a:r>
              <a:rPr lang="en-US" sz="1800">
                <a:solidFill>
                  <a:srgbClr val="262626"/>
                </a:solidFill>
                <a:latin typeface="Times New Roman"/>
                <a:ea typeface="Times New Roman"/>
                <a:cs typeface="Times New Roman"/>
                <a:sym typeface="Times New Roman"/>
              </a:rPr>
              <a:t> </a:t>
            </a:r>
            <a:endParaRPr sz="1800">
              <a:solidFill>
                <a:srgbClr val="262626"/>
              </a:solidFill>
              <a:latin typeface="Times New Roman"/>
              <a:ea typeface="Times New Roman"/>
              <a:cs typeface="Times New Roman"/>
              <a:sym typeface="Times New Roman"/>
            </a:endParaRPr>
          </a:p>
          <a:p>
            <a:pPr indent="-342265" lvl="0" marL="354965" marR="0" rtl="0" algn="l">
              <a:lnSpc>
                <a:spcPct val="100000"/>
              </a:lnSpc>
              <a:spcBef>
                <a:spcPts val="1155"/>
              </a:spcBef>
              <a:spcAft>
                <a:spcPts val="0"/>
              </a:spcAft>
              <a:buClr>
                <a:srgbClr val="9BAEB5"/>
              </a:buClr>
              <a:buSzPts val="1800"/>
              <a:buFont typeface="Noto Sans Symbols"/>
              <a:buChar char="∙"/>
            </a:pPr>
            <a:r>
              <a:rPr lang="en-US" sz="1800">
                <a:solidFill>
                  <a:srgbClr val="262626"/>
                </a:solidFill>
                <a:latin typeface="Times New Roman"/>
                <a:ea typeface="Times New Roman"/>
                <a:cs typeface="Times New Roman"/>
                <a:sym typeface="Times New Roman"/>
              </a:rPr>
              <a:t>Apabila pada saat pengacakan bagan terdapat tim dari sekolah yang sama berada di satu bagan maka tidak akan ada pengacakan bagan ulang</a:t>
            </a:r>
            <a:endParaRPr sz="1800">
              <a:solidFill>
                <a:srgbClr val="262626"/>
              </a:solidFill>
              <a:latin typeface="Times New Roman"/>
              <a:ea typeface="Times New Roman"/>
              <a:cs typeface="Times New Roman"/>
              <a:sym typeface="Times New Roman"/>
            </a:endParaRPr>
          </a:p>
          <a:p>
            <a:pPr indent="0" lvl="0" marL="457200" marR="0" rtl="0" algn="l">
              <a:lnSpc>
                <a:spcPct val="100000"/>
              </a:lnSpc>
              <a:spcBef>
                <a:spcPts val="1155"/>
              </a:spcBef>
              <a:spcAft>
                <a:spcPts val="0"/>
              </a:spcAft>
              <a:buClr>
                <a:srgbClr val="000000"/>
              </a:buClr>
              <a:buSzPts val="1800"/>
              <a:buFont typeface="Arial"/>
              <a:buNone/>
            </a:pPr>
            <a:r>
              <a:t/>
            </a:r>
            <a:endParaRPr b="0" i="0" sz="1800" u="none" cap="none" strike="noStrike">
              <a:solidFill>
                <a:srgbClr val="252525"/>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4"/>
          <p:cNvSpPr txBox="1"/>
          <p:nvPr>
            <p:ph type="title"/>
          </p:nvPr>
        </p:nvSpPr>
        <p:spPr>
          <a:xfrm>
            <a:off x="2231135" y="964691"/>
            <a:ext cx="7729855" cy="118872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310500">
            <a:spAutoFit/>
          </a:bodyPr>
          <a:lstStyle/>
          <a:p>
            <a:pPr indent="0" lvl="0" marL="484505" rtl="0" algn="l">
              <a:lnSpc>
                <a:spcPct val="100000"/>
              </a:lnSpc>
              <a:spcBef>
                <a:spcPts val="0"/>
              </a:spcBef>
              <a:spcAft>
                <a:spcPts val="0"/>
              </a:spcAft>
              <a:buSzPts val="1400"/>
              <a:buNone/>
            </a:pPr>
            <a:r>
              <a:rPr b="1" lang="en-US" sz="3200">
                <a:latin typeface="Times New Roman"/>
                <a:ea typeface="Times New Roman"/>
                <a:cs typeface="Times New Roman"/>
                <a:sym typeface="Times New Roman"/>
              </a:rPr>
              <a:t>PENALTI/DISKUALIFIKASI/WO</a:t>
            </a:r>
            <a:endParaRPr sz="3200">
              <a:latin typeface="Times New Roman"/>
              <a:ea typeface="Times New Roman"/>
              <a:cs typeface="Times New Roman"/>
              <a:sym typeface="Times New Roman"/>
            </a:endParaRPr>
          </a:p>
        </p:txBody>
      </p:sp>
      <p:sp>
        <p:nvSpPr>
          <p:cNvPr id="64" name="Google Shape;64;p4"/>
          <p:cNvSpPr txBox="1"/>
          <p:nvPr/>
        </p:nvSpPr>
        <p:spPr>
          <a:xfrm>
            <a:off x="2310217" y="2444780"/>
            <a:ext cx="7571700" cy="4001400"/>
          </a:xfrm>
          <a:prstGeom prst="rect">
            <a:avLst/>
          </a:prstGeom>
          <a:noFill/>
          <a:ln>
            <a:noFill/>
          </a:ln>
        </p:spPr>
        <p:txBody>
          <a:bodyPr anchorCtr="0" anchor="t" bIns="0" lIns="0" spcFirstLastPara="1" rIns="0" wrap="square" tIns="46350">
            <a:spAutoFit/>
          </a:bodyPr>
          <a:lstStyle/>
          <a:p>
            <a:pPr indent="0" lvl="0" marL="0" marR="5715" rtl="0" algn="l">
              <a:lnSpc>
                <a:spcPct val="101874"/>
              </a:lnSpc>
              <a:spcBef>
                <a:spcPts val="1085"/>
              </a:spcBef>
              <a:spcAft>
                <a:spcPts val="0"/>
              </a:spcAft>
              <a:buNone/>
            </a:pPr>
            <a:r>
              <a:t/>
            </a:r>
            <a:endParaRPr b="0" i="0" sz="1600" u="none" cap="none" strike="noStrike">
              <a:solidFill>
                <a:srgbClr val="000000"/>
              </a:solidFill>
              <a:latin typeface="Times New Roman"/>
              <a:ea typeface="Times New Roman"/>
              <a:cs typeface="Times New Roman"/>
              <a:sym typeface="Times New Roman"/>
            </a:endParaRPr>
          </a:p>
          <a:p>
            <a:pPr indent="-342900" lvl="0" marL="355600" marR="5080" rtl="0" algn="l">
              <a:lnSpc>
                <a:spcPct val="102437"/>
              </a:lnSpc>
              <a:spcBef>
                <a:spcPts val="1070"/>
              </a:spcBef>
              <a:spcAft>
                <a:spcPts val="0"/>
              </a:spcAft>
              <a:buClr>
                <a:srgbClr val="9BAEB5"/>
              </a:buClr>
              <a:buSzPts val="1600"/>
              <a:buFont typeface="Times New Roman"/>
              <a:buAutoNum type="arabicPeriod"/>
            </a:pPr>
            <a:r>
              <a:rPr lang="en-US" sz="1600">
                <a:solidFill>
                  <a:srgbClr val="252525"/>
                </a:solidFill>
                <a:latin typeface="Times New Roman"/>
                <a:ea typeface="Times New Roman"/>
                <a:cs typeface="Times New Roman"/>
                <a:sym typeface="Times New Roman"/>
              </a:rPr>
              <a:t>Jika melewati waktu keterlambatan yang telah ditentukan maka akan di diskualifikasi.</a:t>
            </a:r>
            <a:endParaRPr sz="1600">
              <a:solidFill>
                <a:srgbClr val="252525"/>
              </a:solidFill>
              <a:latin typeface="Times New Roman"/>
              <a:ea typeface="Times New Roman"/>
              <a:cs typeface="Times New Roman"/>
              <a:sym typeface="Times New Roman"/>
            </a:endParaRPr>
          </a:p>
          <a:p>
            <a:pPr indent="-342900" lvl="0" marL="355600" marR="5080" rtl="0" algn="l">
              <a:lnSpc>
                <a:spcPct val="102437"/>
              </a:lnSpc>
              <a:spcBef>
                <a:spcPts val="1070"/>
              </a:spcBef>
              <a:spcAft>
                <a:spcPts val="0"/>
              </a:spcAft>
              <a:buClr>
                <a:srgbClr val="9BAEB5"/>
              </a:buClr>
              <a:buSzPts val="1600"/>
              <a:buFont typeface="Times New Roman"/>
              <a:buAutoNum type="arabicPeriod"/>
            </a:pPr>
            <a:r>
              <a:rPr b="0" i="0" lang="en-US" sz="1600" u="none" cap="none" strike="noStrike">
                <a:solidFill>
                  <a:srgbClr val="252525"/>
                </a:solidFill>
                <a:latin typeface="Times New Roman"/>
                <a:ea typeface="Times New Roman"/>
                <a:cs typeface="Times New Roman"/>
                <a:sym typeface="Times New Roman"/>
              </a:rPr>
              <a:t>Panitia berhak mendiskualifikasi pemain yang bertindak kasar, tidak sopan dan berkata kasar terhadap sesama player atau panitia.</a:t>
            </a:r>
            <a:endParaRPr sz="1600">
              <a:latin typeface="Times New Roman"/>
              <a:ea typeface="Times New Roman"/>
              <a:cs typeface="Times New Roman"/>
              <a:sym typeface="Times New Roman"/>
            </a:endParaRPr>
          </a:p>
          <a:p>
            <a:pPr indent="-342900" lvl="0" marL="355600" marR="5080" rtl="0" algn="l">
              <a:lnSpc>
                <a:spcPct val="102437"/>
              </a:lnSpc>
              <a:spcBef>
                <a:spcPts val="1070"/>
              </a:spcBef>
              <a:spcAft>
                <a:spcPts val="0"/>
              </a:spcAft>
              <a:buClr>
                <a:srgbClr val="9BAEB5"/>
              </a:buClr>
              <a:buSzPts val="1600"/>
              <a:buFont typeface="Times New Roman"/>
              <a:buAutoNum type="arabicPeriod"/>
            </a:pPr>
            <a:r>
              <a:rPr lang="en-US" sz="1600">
                <a:solidFill>
                  <a:srgbClr val="252525"/>
                </a:solidFill>
                <a:latin typeface="Times New Roman"/>
                <a:ea typeface="Times New Roman"/>
                <a:cs typeface="Times New Roman"/>
                <a:sym typeface="Times New Roman"/>
              </a:rPr>
              <a:t>Apabila peserta memencet tombol start pada saat permainan sedang berjalan dan bukan dalam keadaan free kick, throw in, goal kick, dan corner kick, maka peserta akan diberikan peringatan. </a:t>
            </a:r>
            <a:endParaRPr sz="1600">
              <a:solidFill>
                <a:srgbClr val="252525"/>
              </a:solidFill>
              <a:latin typeface="Times New Roman"/>
              <a:ea typeface="Times New Roman"/>
              <a:cs typeface="Times New Roman"/>
              <a:sym typeface="Times New Roman"/>
            </a:endParaRPr>
          </a:p>
          <a:p>
            <a:pPr indent="-342900" lvl="0" marL="355600" marR="5080" rtl="0" algn="l">
              <a:lnSpc>
                <a:spcPct val="102437"/>
              </a:lnSpc>
              <a:spcBef>
                <a:spcPts val="1070"/>
              </a:spcBef>
              <a:spcAft>
                <a:spcPts val="0"/>
              </a:spcAft>
              <a:buClr>
                <a:srgbClr val="9BAEB5"/>
              </a:buClr>
              <a:buSzPts val="1600"/>
              <a:buFont typeface="Times New Roman"/>
              <a:buAutoNum type="arabicPeriod"/>
            </a:pPr>
            <a:r>
              <a:rPr lang="en-US" sz="1600">
                <a:solidFill>
                  <a:srgbClr val="252525"/>
                </a:solidFill>
                <a:latin typeface="Times New Roman"/>
                <a:ea typeface="Times New Roman"/>
                <a:cs typeface="Times New Roman"/>
                <a:sym typeface="Times New Roman"/>
              </a:rPr>
              <a:t>Pelanggaran Format Turnamen akan diberikan 3x peringatan atau diskualifikasi secara langsung apabila peserta melanggar peraturan. Akumulasi peringatan yang diberikan sebanyak maksimal 3x sudah termasuk perilaku seperti bertindak kasar, tidak sopan, berkata kasar terhadap sesama player atau panitia, dan memencet tombol start pada saat permainan dengan sanksi berupa pengurangan </a:t>
            </a:r>
            <a:r>
              <a:rPr b="1" lang="en-US" sz="1600">
                <a:solidFill>
                  <a:srgbClr val="252525"/>
                </a:solidFill>
                <a:latin typeface="Times New Roman"/>
                <a:ea typeface="Times New Roman"/>
                <a:cs typeface="Times New Roman"/>
                <a:sym typeface="Times New Roman"/>
              </a:rPr>
              <a:t>1 poin</a:t>
            </a:r>
            <a:endParaRPr b="1" sz="1600">
              <a:solidFill>
                <a:srgbClr val="252525"/>
              </a:solidFill>
              <a:latin typeface="Times New Roman"/>
              <a:ea typeface="Times New Roman"/>
              <a:cs typeface="Times New Roman"/>
              <a:sym typeface="Times New Roman"/>
            </a:endParaRPr>
          </a:p>
          <a:p>
            <a:pPr indent="0" lvl="0" marL="0" marR="5080" rtl="0" algn="l">
              <a:lnSpc>
                <a:spcPct val="104375"/>
              </a:lnSpc>
              <a:spcBef>
                <a:spcPts val="1040"/>
              </a:spcBef>
              <a:spcAft>
                <a:spcPts val="0"/>
              </a:spcAft>
              <a:buNone/>
            </a:pPr>
            <a:r>
              <a:t/>
            </a:r>
            <a:endParaRPr sz="1600">
              <a:solidFill>
                <a:srgbClr val="252525"/>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5"/>
          <p:cNvSpPr txBox="1"/>
          <p:nvPr>
            <p:ph type="title"/>
          </p:nvPr>
        </p:nvSpPr>
        <p:spPr>
          <a:xfrm>
            <a:off x="2231135" y="964691"/>
            <a:ext cx="7729855" cy="118872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58400">
            <a:spAutoFit/>
          </a:bodyPr>
          <a:lstStyle/>
          <a:p>
            <a:pPr indent="0" lvl="0" marL="0" marR="19685" rtl="0" algn="ctr">
              <a:lnSpc>
                <a:spcPct val="100000"/>
              </a:lnSpc>
              <a:spcBef>
                <a:spcPts val="0"/>
              </a:spcBef>
              <a:spcAft>
                <a:spcPts val="0"/>
              </a:spcAft>
              <a:buSzPts val="1400"/>
              <a:buNone/>
            </a:pPr>
            <a:r>
              <a:rPr b="1" lang="en-US" sz="4000">
                <a:latin typeface="Times New Roman"/>
                <a:ea typeface="Times New Roman"/>
                <a:cs typeface="Times New Roman"/>
                <a:sym typeface="Times New Roman"/>
              </a:rPr>
              <a:t>KLAIM TURNAMEN</a:t>
            </a:r>
            <a:endParaRPr sz="4000">
              <a:latin typeface="Times New Roman"/>
              <a:ea typeface="Times New Roman"/>
              <a:cs typeface="Times New Roman"/>
              <a:sym typeface="Times New Roman"/>
            </a:endParaRPr>
          </a:p>
        </p:txBody>
      </p:sp>
      <p:sp>
        <p:nvSpPr>
          <p:cNvPr id="70" name="Google Shape;70;p5"/>
          <p:cNvSpPr txBox="1"/>
          <p:nvPr/>
        </p:nvSpPr>
        <p:spPr>
          <a:xfrm>
            <a:off x="2310129" y="2511297"/>
            <a:ext cx="7572375" cy="2080260"/>
          </a:xfrm>
          <a:prstGeom prst="rect">
            <a:avLst/>
          </a:prstGeom>
          <a:noFill/>
          <a:ln>
            <a:noFill/>
          </a:ln>
        </p:spPr>
        <p:txBody>
          <a:bodyPr anchorCtr="0" anchor="t" bIns="0" lIns="0" spcFirstLastPara="1" rIns="0" wrap="square" tIns="12050">
            <a:spAutoFit/>
          </a:bodyPr>
          <a:lstStyle/>
          <a:p>
            <a:pPr indent="0" lvl="0" marL="12700" marR="5080" rtl="0" algn="just">
              <a:lnSpc>
                <a:spcPct val="107000"/>
              </a:lnSpc>
              <a:spcBef>
                <a:spcPts val="0"/>
              </a:spcBef>
              <a:spcAft>
                <a:spcPts val="0"/>
              </a:spcAft>
              <a:buClr>
                <a:srgbClr val="000000"/>
              </a:buClr>
              <a:buSzPts val="1800"/>
              <a:buFont typeface="Arial"/>
              <a:buNone/>
            </a:pPr>
            <a:r>
              <a:rPr b="0" i="0" lang="en-US" sz="1800" u="none" cap="none" strike="noStrike">
                <a:solidFill>
                  <a:srgbClr val="252525"/>
                </a:solidFill>
                <a:latin typeface="Times New Roman"/>
                <a:ea typeface="Times New Roman"/>
                <a:cs typeface="Times New Roman"/>
                <a:sym typeface="Times New Roman"/>
              </a:rPr>
              <a:t>Seluruh keputusan dari panitia bersifat mutlak dan tidak bisa diganggu gugat. Panitia berhak untuk merubah dan mengganti seluruh peraturan yang berlaku sewaktu-waktu  tanpa  ada  pemberitahuan  terlebih  dahulu  untuk  menjaga kelangsungan turnamen. Seluruh peserta yang ingin mengajukan klaim atau protes wajib  menyediakan  bukti  berupa  foto  atau  video  kepada  panitia.  Dengan mendaftar  turnamen  ini,  seluruh  peserta  dianggap  mengerti  dan  menyetujui seluruh ketentuan dan peraturan yang berlaku dengan segala konsekuensinya.</a:t>
            </a:r>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6"/>
          <p:cNvSpPr txBox="1"/>
          <p:nvPr>
            <p:ph type="title"/>
          </p:nvPr>
        </p:nvSpPr>
        <p:spPr>
          <a:xfrm>
            <a:off x="586740" y="389382"/>
            <a:ext cx="10515600" cy="1300336"/>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7600">
            <a:spAutoFit/>
          </a:bodyPr>
          <a:lstStyle/>
          <a:p>
            <a:pPr indent="0" lvl="0" marL="0" rtl="0" algn="l">
              <a:lnSpc>
                <a:spcPct val="100000"/>
              </a:lnSpc>
              <a:spcBef>
                <a:spcPts val="0"/>
              </a:spcBef>
              <a:spcAft>
                <a:spcPts val="0"/>
              </a:spcAft>
              <a:buSzPts val="1400"/>
              <a:buNone/>
            </a:pPr>
            <a:r>
              <a:t/>
            </a:r>
            <a:endParaRPr sz="2800"/>
          </a:p>
          <a:p>
            <a:pPr indent="0" lvl="0" marL="0" marR="20320" rtl="0" algn="ctr">
              <a:lnSpc>
                <a:spcPct val="100000"/>
              </a:lnSpc>
              <a:spcBef>
                <a:spcPts val="0"/>
              </a:spcBef>
              <a:spcAft>
                <a:spcPts val="0"/>
              </a:spcAft>
              <a:buSzPts val="1400"/>
              <a:buNone/>
            </a:pPr>
            <a:r>
              <a:rPr b="1" lang="en-US" sz="2800">
                <a:latin typeface="Times New Roman"/>
                <a:ea typeface="Times New Roman"/>
                <a:cs typeface="Times New Roman"/>
                <a:sym typeface="Times New Roman"/>
              </a:rPr>
              <a:t>FORMAT MATCH</a:t>
            </a:r>
            <a:br>
              <a:rPr b="1" lang="en-US" sz="2800">
                <a:latin typeface="Times New Roman"/>
                <a:ea typeface="Times New Roman"/>
                <a:cs typeface="Times New Roman"/>
                <a:sym typeface="Times New Roman"/>
              </a:rPr>
            </a:br>
            <a:endParaRPr sz="2800">
              <a:latin typeface="Times New Roman"/>
              <a:ea typeface="Times New Roman"/>
              <a:cs typeface="Times New Roman"/>
              <a:sym typeface="Times New Roman"/>
            </a:endParaRPr>
          </a:p>
        </p:txBody>
      </p:sp>
      <p:sp>
        <p:nvSpPr>
          <p:cNvPr id="76" name="Google Shape;76;p6"/>
          <p:cNvSpPr txBox="1"/>
          <p:nvPr/>
        </p:nvSpPr>
        <p:spPr>
          <a:xfrm>
            <a:off x="3660404" y="1689718"/>
            <a:ext cx="7441800" cy="4544700"/>
          </a:xfrm>
          <a:prstGeom prst="rect">
            <a:avLst/>
          </a:prstGeom>
          <a:noFill/>
          <a:ln>
            <a:noFill/>
          </a:ln>
        </p:spPr>
        <p:txBody>
          <a:bodyPr anchorCtr="0" anchor="t" bIns="0" lIns="0" spcFirstLastPara="1" rIns="0" wrap="square" tIns="113650">
            <a:spAutoFit/>
          </a:bodyPr>
          <a:lstStyle/>
          <a:p>
            <a:pPr indent="0" lvl="0" marL="12700" marR="0" rtl="0" algn="l">
              <a:lnSpc>
                <a:spcPct val="100000"/>
              </a:lnSpc>
              <a:spcBef>
                <a:spcPts val="0"/>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Group denga</a:t>
            </a:r>
            <a:r>
              <a:rPr lang="en-US" sz="1300">
                <a:solidFill>
                  <a:srgbClr val="252525"/>
                </a:solidFill>
                <a:latin typeface="Times New Roman"/>
                <a:ea typeface="Times New Roman"/>
                <a:cs typeface="Times New Roman"/>
                <a:sym typeface="Times New Roman"/>
              </a:rPr>
              <a:t>n sistem setengah kompetisi UNTUK </a:t>
            </a:r>
            <a:r>
              <a:rPr b="1" lang="en-US" sz="1300">
                <a:solidFill>
                  <a:srgbClr val="252525"/>
                </a:solidFill>
                <a:latin typeface="Times New Roman"/>
                <a:ea typeface="Times New Roman"/>
                <a:cs typeface="Times New Roman"/>
                <a:sym typeface="Times New Roman"/>
              </a:rPr>
              <a:t>SOLO DAN DUO</a:t>
            </a:r>
            <a:endParaRPr b="1" i="0" sz="13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795"/>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E Football 2026</a:t>
            </a:r>
            <a:endParaRPr b="0" i="0" sz="1300" u="none" cap="none" strike="noStrike">
              <a:solidFill>
                <a:srgbClr val="252525"/>
              </a:solidFill>
              <a:latin typeface="Times New Roman"/>
              <a:ea typeface="Times New Roman"/>
              <a:cs typeface="Times New Roman"/>
              <a:sym typeface="Times New Roman"/>
            </a:endParaRPr>
          </a:p>
          <a:p>
            <a:pPr indent="0" lvl="0" marL="12700" marR="0" rtl="0" algn="l">
              <a:lnSpc>
                <a:spcPct val="100000"/>
              </a:lnSpc>
              <a:spcBef>
                <a:spcPts val="795"/>
              </a:spcBef>
              <a:spcAft>
                <a:spcPts val="0"/>
              </a:spcAft>
              <a:buClr>
                <a:srgbClr val="000000"/>
              </a:buClr>
              <a:buSzPts val="1300"/>
              <a:buFont typeface="Arial"/>
              <a:buNone/>
            </a:pPr>
            <a:r>
              <a:rPr lang="en-US" sz="1300">
                <a:solidFill>
                  <a:srgbClr val="252525"/>
                </a:solidFill>
                <a:latin typeface="Times New Roman"/>
                <a:ea typeface="Times New Roman"/>
                <a:cs typeface="Times New Roman"/>
                <a:sym typeface="Times New Roman"/>
              </a:rPr>
              <a:t>: PS 5</a:t>
            </a:r>
            <a:endParaRPr sz="1300">
              <a:solidFill>
                <a:srgbClr val="252525"/>
              </a:solidFill>
              <a:latin typeface="Times New Roman"/>
              <a:ea typeface="Times New Roman"/>
              <a:cs typeface="Times New Roman"/>
              <a:sym typeface="Times New Roman"/>
            </a:endParaRPr>
          </a:p>
          <a:p>
            <a:pPr indent="0" lvl="0" marL="12700" marR="0" rtl="0" algn="l">
              <a:lnSpc>
                <a:spcPct val="100000"/>
              </a:lnSpc>
              <a:spcBef>
                <a:spcPts val="800"/>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Point | win = +3, draw = +1, lose = 0. Peringkat 1,2,3 group akan langsung menjadi juara</a:t>
            </a:r>
            <a:endParaRPr b="0" i="0" sz="1300" u="none" cap="none" strike="noStrike">
              <a:solidFill>
                <a:srgbClr val="252525"/>
              </a:solidFill>
              <a:latin typeface="Times New Roman"/>
              <a:ea typeface="Times New Roman"/>
              <a:cs typeface="Times New Roman"/>
              <a:sym typeface="Times New Roman"/>
            </a:endParaRPr>
          </a:p>
          <a:p>
            <a:pPr indent="0" lvl="0" marL="12700" marR="0" rtl="0" algn="l">
              <a:lnSpc>
                <a:spcPct val="100000"/>
              </a:lnSpc>
              <a:spcBef>
                <a:spcPts val="800"/>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Apabila terjadi poin sama, maka akan dilihat selisih gol. Jika selisih gol sama, maka akan dilihat head to head</a:t>
            </a:r>
            <a:endParaRPr/>
          </a:p>
          <a:p>
            <a:pPr indent="0" lvl="0" marL="12700" marR="0" rtl="0" algn="l">
              <a:lnSpc>
                <a:spcPct val="100000"/>
              </a:lnSpc>
              <a:spcBef>
                <a:spcPts val="800"/>
              </a:spcBef>
              <a:spcAft>
                <a:spcPts val="0"/>
              </a:spcAft>
              <a:buNone/>
            </a:pPr>
            <a:r>
              <a:rPr b="0" i="0" lang="en-US" sz="1300" u="none" cap="none" strike="noStrike">
                <a:solidFill>
                  <a:srgbClr val="252525"/>
                </a:solidFill>
                <a:latin typeface="Times New Roman"/>
                <a:ea typeface="Times New Roman"/>
                <a:cs typeface="Times New Roman"/>
                <a:sym typeface="Times New Roman"/>
              </a:rPr>
              <a:t>: Solo SD terdapat 1 group yang terdiri dari 4 peserta</a:t>
            </a:r>
            <a:endParaRPr b="0" i="0" sz="1300" u="none" cap="none" strike="noStrike">
              <a:solidFill>
                <a:srgbClr val="252525"/>
              </a:solidFill>
              <a:latin typeface="Times New Roman"/>
              <a:ea typeface="Times New Roman"/>
              <a:cs typeface="Times New Roman"/>
              <a:sym typeface="Times New Roman"/>
            </a:endParaRPr>
          </a:p>
          <a:p>
            <a:pPr indent="0" lvl="0" marL="12700" marR="0" rtl="0" algn="l">
              <a:lnSpc>
                <a:spcPct val="100000"/>
              </a:lnSpc>
              <a:spcBef>
                <a:spcPts val="800"/>
              </a:spcBef>
              <a:spcAft>
                <a:spcPts val="0"/>
              </a:spcAft>
              <a:buNone/>
            </a:pPr>
            <a:r>
              <a:rPr b="0" i="0" lang="en-US" sz="1300" u="none" cap="none" strike="noStrike">
                <a:solidFill>
                  <a:srgbClr val="252525"/>
                </a:solidFill>
                <a:latin typeface="Times New Roman"/>
                <a:ea typeface="Times New Roman"/>
                <a:cs typeface="Times New Roman"/>
                <a:sym typeface="Times New Roman"/>
              </a:rPr>
              <a:t>: Duo SD terdapat 1 group yang terdiri dari 3 </a:t>
            </a:r>
            <a:r>
              <a:rPr lang="en-US" sz="1300">
                <a:solidFill>
                  <a:srgbClr val="252525"/>
                </a:solidFill>
                <a:latin typeface="Times New Roman"/>
                <a:ea typeface="Times New Roman"/>
                <a:cs typeface="Times New Roman"/>
                <a:sym typeface="Times New Roman"/>
              </a:rPr>
              <a:t>Tim</a:t>
            </a:r>
            <a:endParaRPr b="0" i="0" sz="13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800"/>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Superstar</a:t>
            </a:r>
            <a:endParaRPr b="0" i="0" sz="13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790"/>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10 minutes</a:t>
            </a:r>
            <a:endParaRPr b="0" i="0" sz="13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800"/>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OFF</a:t>
            </a:r>
            <a:endParaRPr b="0" i="0" sz="13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795"/>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OFF</a:t>
            </a:r>
            <a:endParaRPr b="0" i="0" sz="13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800"/>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5</a:t>
            </a:r>
            <a:endParaRPr b="0" i="0" sz="13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800"/>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3</a:t>
            </a:r>
            <a:endParaRPr b="0" i="0" sz="13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795"/>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0</a:t>
            </a:r>
            <a:endParaRPr b="0" i="0" sz="13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765"/>
              </a:spcBef>
              <a:spcAft>
                <a:spcPts val="0"/>
              </a:spcAft>
              <a:buClr>
                <a:srgbClr val="000000"/>
              </a:buClr>
              <a:buSzPts val="1300"/>
              <a:buFont typeface="Arial"/>
              <a:buNone/>
            </a:pPr>
            <a:r>
              <a:rPr b="0" i="0" lang="en-US" sz="1300" u="none" cap="none" strike="noStrike">
                <a:solidFill>
                  <a:srgbClr val="252525"/>
                </a:solidFill>
                <a:latin typeface="Times New Roman"/>
                <a:ea typeface="Times New Roman"/>
                <a:cs typeface="Times New Roman"/>
                <a:sym typeface="Times New Roman"/>
              </a:rPr>
              <a:t>: Player name Stage</a:t>
            </a:r>
            <a:endParaRPr b="0" i="0" sz="1300" u="none" cap="none" strike="noStrike">
              <a:solidFill>
                <a:srgbClr val="000000"/>
              </a:solidFill>
              <a:latin typeface="Times New Roman"/>
              <a:ea typeface="Times New Roman"/>
              <a:cs typeface="Times New Roman"/>
              <a:sym typeface="Times New Roman"/>
            </a:endParaRPr>
          </a:p>
        </p:txBody>
      </p:sp>
      <p:sp>
        <p:nvSpPr>
          <p:cNvPr id="77" name="Google Shape;77;p6"/>
          <p:cNvSpPr txBox="1"/>
          <p:nvPr/>
        </p:nvSpPr>
        <p:spPr>
          <a:xfrm>
            <a:off x="937425" y="1689718"/>
            <a:ext cx="2723100" cy="5246100"/>
          </a:xfrm>
          <a:prstGeom prst="rect">
            <a:avLst/>
          </a:prstGeom>
          <a:noFill/>
          <a:ln>
            <a:noFill/>
          </a:ln>
        </p:spPr>
        <p:txBody>
          <a:bodyPr anchorCtr="0" anchor="t" bIns="0" lIns="0" spcFirstLastPara="1" rIns="0" wrap="square" tIns="113650">
            <a:spAutoFit/>
          </a:bodyPr>
          <a:lstStyle/>
          <a:p>
            <a:pPr indent="-342265" lvl="0" marL="354965" marR="0" rtl="0" algn="l">
              <a:lnSpc>
                <a:spcPct val="100000"/>
              </a:lnSpc>
              <a:spcBef>
                <a:spcPts val="0"/>
              </a:spcBef>
              <a:spcAft>
                <a:spcPts val="0"/>
              </a:spcAft>
              <a:buClr>
                <a:srgbClr val="9BAEB5"/>
              </a:buClr>
              <a:buSzPts val="1300"/>
              <a:buFont typeface="Times New Roman"/>
              <a:buAutoNum type="arabicPeriod"/>
            </a:pPr>
            <a:r>
              <a:rPr b="0" i="0" lang="en-US" sz="1300" u="none" cap="none" strike="noStrike">
                <a:solidFill>
                  <a:srgbClr val="252525"/>
                </a:solidFill>
                <a:latin typeface="Times New Roman"/>
                <a:ea typeface="Times New Roman"/>
                <a:cs typeface="Times New Roman"/>
                <a:sym typeface="Times New Roman"/>
              </a:rPr>
              <a:t>Sistem</a:t>
            </a:r>
            <a:endParaRPr b="0" i="0" sz="13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795"/>
              </a:spcBef>
              <a:spcAft>
                <a:spcPts val="0"/>
              </a:spcAft>
              <a:buClr>
                <a:srgbClr val="9BAEB5"/>
              </a:buClr>
              <a:buSzPts val="1300"/>
              <a:buFont typeface="Times New Roman"/>
              <a:buAutoNum type="arabicPeriod"/>
            </a:pPr>
            <a:r>
              <a:rPr b="0" i="0" lang="en-US" sz="1300" u="none" cap="none" strike="noStrike">
                <a:solidFill>
                  <a:srgbClr val="252525"/>
                </a:solidFill>
                <a:latin typeface="Times New Roman"/>
                <a:ea typeface="Times New Roman"/>
                <a:cs typeface="Times New Roman"/>
                <a:sym typeface="Times New Roman"/>
              </a:rPr>
              <a:t>Game</a:t>
            </a:r>
            <a:endParaRPr b="0" i="0" sz="1300" u="none" cap="none" strike="noStrike">
              <a:solidFill>
                <a:srgbClr val="252525"/>
              </a:solidFill>
              <a:latin typeface="Times New Roman"/>
              <a:ea typeface="Times New Roman"/>
              <a:cs typeface="Times New Roman"/>
              <a:sym typeface="Times New Roman"/>
            </a:endParaRPr>
          </a:p>
          <a:p>
            <a:pPr indent="-342265" lvl="0" marL="354965" marR="0" rtl="0" algn="l">
              <a:lnSpc>
                <a:spcPct val="100000"/>
              </a:lnSpc>
              <a:spcBef>
                <a:spcPts val="795"/>
              </a:spcBef>
              <a:spcAft>
                <a:spcPts val="0"/>
              </a:spcAft>
              <a:buClr>
                <a:srgbClr val="252525"/>
              </a:buClr>
              <a:buSzPts val="1300"/>
              <a:buFont typeface="Times New Roman"/>
              <a:buAutoNum type="arabicPeriod"/>
            </a:pPr>
            <a:r>
              <a:rPr lang="en-US" sz="1300">
                <a:solidFill>
                  <a:srgbClr val="252525"/>
                </a:solidFill>
                <a:latin typeface="Times New Roman"/>
                <a:ea typeface="Times New Roman"/>
                <a:cs typeface="Times New Roman"/>
                <a:sym typeface="Times New Roman"/>
              </a:rPr>
              <a:t>Device</a:t>
            </a:r>
            <a:endParaRPr sz="1300">
              <a:solidFill>
                <a:srgbClr val="252525"/>
              </a:solidFill>
              <a:latin typeface="Times New Roman"/>
              <a:ea typeface="Times New Roman"/>
              <a:cs typeface="Times New Roman"/>
              <a:sym typeface="Times New Roman"/>
            </a:endParaRPr>
          </a:p>
          <a:p>
            <a:pPr indent="-342265" lvl="0" marL="354965" marR="0" rtl="0" algn="l">
              <a:lnSpc>
                <a:spcPct val="100000"/>
              </a:lnSpc>
              <a:spcBef>
                <a:spcPts val="800"/>
              </a:spcBef>
              <a:spcAft>
                <a:spcPts val="0"/>
              </a:spcAft>
              <a:buClr>
                <a:srgbClr val="9BAEB5"/>
              </a:buClr>
              <a:buSzPts val="1300"/>
              <a:buFont typeface="Times New Roman"/>
              <a:buAutoNum type="arabicPeriod"/>
            </a:pPr>
            <a:r>
              <a:rPr b="0" i="0" lang="en-US" sz="1300" u="none" cap="none" strike="noStrike">
                <a:solidFill>
                  <a:srgbClr val="252525"/>
                </a:solidFill>
                <a:latin typeface="Times New Roman"/>
                <a:ea typeface="Times New Roman"/>
                <a:cs typeface="Times New Roman"/>
                <a:sym typeface="Times New Roman"/>
              </a:rPr>
              <a:t>Mode</a:t>
            </a:r>
            <a:endParaRPr/>
          </a:p>
          <a:p>
            <a:pPr indent="-259715" lvl="0" marL="354965" marR="0" rtl="0" algn="l">
              <a:lnSpc>
                <a:spcPct val="100000"/>
              </a:lnSpc>
              <a:spcBef>
                <a:spcPts val="800"/>
              </a:spcBef>
              <a:spcAft>
                <a:spcPts val="0"/>
              </a:spcAft>
              <a:buClr>
                <a:srgbClr val="9BAEB5"/>
              </a:buClr>
              <a:buSzPts val="1300"/>
              <a:buFont typeface="Times New Roman"/>
              <a:buNone/>
            </a:pPr>
            <a:r>
              <a:t/>
            </a:r>
            <a:endParaRPr b="0" i="0" sz="1300" u="none" cap="none" strike="noStrike">
              <a:solidFill>
                <a:srgbClr val="000000"/>
              </a:solidFill>
              <a:latin typeface="Times New Roman"/>
              <a:ea typeface="Times New Roman"/>
              <a:cs typeface="Times New Roman"/>
              <a:sym typeface="Times New Roman"/>
            </a:endParaRPr>
          </a:p>
          <a:p>
            <a:pPr indent="-259715" lvl="0" marL="354965" marR="0" rtl="0" algn="l">
              <a:lnSpc>
                <a:spcPct val="100000"/>
              </a:lnSpc>
              <a:spcBef>
                <a:spcPts val="800"/>
              </a:spcBef>
              <a:spcAft>
                <a:spcPts val="0"/>
              </a:spcAft>
              <a:buClr>
                <a:srgbClr val="9BAEB5"/>
              </a:buClr>
              <a:buSzPts val="1300"/>
              <a:buFont typeface="Times New Roman"/>
              <a:buNone/>
            </a:pPr>
            <a:r>
              <a:t/>
            </a:r>
            <a:endParaRPr b="0" i="0" sz="1300" u="none" cap="none" strike="noStrike">
              <a:solidFill>
                <a:srgbClr val="000000"/>
              </a:solidFill>
              <a:latin typeface="Times New Roman"/>
              <a:ea typeface="Times New Roman"/>
              <a:cs typeface="Times New Roman"/>
              <a:sym typeface="Times New Roman"/>
            </a:endParaRPr>
          </a:p>
          <a:p>
            <a:pPr indent="-259715" lvl="0" marL="354965" marR="0" rtl="0" algn="l">
              <a:lnSpc>
                <a:spcPct val="100000"/>
              </a:lnSpc>
              <a:spcBef>
                <a:spcPts val="800"/>
              </a:spcBef>
              <a:spcAft>
                <a:spcPts val="0"/>
              </a:spcAft>
              <a:buClr>
                <a:srgbClr val="9BAEB5"/>
              </a:buClr>
              <a:buSzPts val="1300"/>
              <a:buFont typeface="Times New Roman"/>
              <a:buNone/>
            </a:pPr>
            <a:r>
              <a:t/>
            </a:r>
            <a:endParaRPr b="0" i="0" sz="1300" u="none" cap="none" strike="noStrike">
              <a:solidFill>
                <a:srgbClr val="000000"/>
              </a:solidFill>
              <a:latin typeface="Times New Roman"/>
              <a:ea typeface="Times New Roman"/>
              <a:cs typeface="Times New Roman"/>
              <a:sym typeface="Times New Roman"/>
            </a:endParaRPr>
          </a:p>
          <a:p>
            <a:pPr indent="-342900" lvl="0" marL="355600" marR="0" rtl="0" algn="l">
              <a:lnSpc>
                <a:spcPct val="100000"/>
              </a:lnSpc>
              <a:spcBef>
                <a:spcPts val="800"/>
              </a:spcBef>
              <a:spcAft>
                <a:spcPts val="0"/>
              </a:spcAft>
              <a:buClr>
                <a:srgbClr val="9BAEB5"/>
              </a:buClr>
              <a:buSzPts val="1300"/>
              <a:buFont typeface="Arial"/>
              <a:buAutoNum type="arabicPeriod"/>
            </a:pPr>
            <a:r>
              <a:rPr b="0" i="0" lang="en-US" sz="1300" u="none" cap="none" strike="noStrike">
                <a:solidFill>
                  <a:srgbClr val="252525"/>
                </a:solidFill>
                <a:latin typeface="Times New Roman"/>
                <a:ea typeface="Times New Roman"/>
                <a:cs typeface="Times New Roman"/>
                <a:sym typeface="Times New Roman"/>
              </a:rPr>
              <a:t>Match level</a:t>
            </a:r>
            <a:endParaRPr b="0" i="0" sz="13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790"/>
              </a:spcBef>
              <a:spcAft>
                <a:spcPts val="0"/>
              </a:spcAft>
              <a:buClr>
                <a:srgbClr val="9BAEB5"/>
              </a:buClr>
              <a:buSzPts val="1300"/>
              <a:buFont typeface="Times New Roman"/>
              <a:buAutoNum type="arabicPeriod"/>
            </a:pPr>
            <a:r>
              <a:rPr b="0" i="0" lang="en-US" sz="1300" u="none" cap="none" strike="noStrike">
                <a:solidFill>
                  <a:srgbClr val="252525"/>
                </a:solidFill>
                <a:latin typeface="Times New Roman"/>
                <a:ea typeface="Times New Roman"/>
                <a:cs typeface="Times New Roman"/>
                <a:sym typeface="Times New Roman"/>
              </a:rPr>
              <a:t>Time</a:t>
            </a:r>
            <a:endParaRPr b="0" i="0" sz="13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800"/>
              </a:spcBef>
              <a:spcAft>
                <a:spcPts val="0"/>
              </a:spcAft>
              <a:buClr>
                <a:srgbClr val="9BAEB5"/>
              </a:buClr>
              <a:buSzPts val="1300"/>
              <a:buFont typeface="Times New Roman"/>
              <a:buAutoNum type="arabicPeriod"/>
            </a:pPr>
            <a:r>
              <a:rPr b="0" i="0" lang="en-US" sz="1300" u="none" cap="none" strike="noStrike">
                <a:solidFill>
                  <a:srgbClr val="252525"/>
                </a:solidFill>
                <a:latin typeface="Times New Roman"/>
                <a:ea typeface="Times New Roman"/>
                <a:cs typeface="Times New Roman"/>
                <a:sym typeface="Times New Roman"/>
              </a:rPr>
              <a:t>Extra time</a:t>
            </a:r>
            <a:endParaRPr b="0" i="0" sz="13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795"/>
              </a:spcBef>
              <a:spcAft>
                <a:spcPts val="0"/>
              </a:spcAft>
              <a:buClr>
                <a:srgbClr val="9BAEB5"/>
              </a:buClr>
              <a:buSzPts val="1300"/>
              <a:buFont typeface="Times New Roman"/>
              <a:buAutoNum type="arabicPeriod"/>
            </a:pPr>
            <a:r>
              <a:rPr b="0" i="0" lang="en-US" sz="1300" u="none" cap="none" strike="noStrike">
                <a:solidFill>
                  <a:srgbClr val="252525"/>
                </a:solidFill>
                <a:latin typeface="Times New Roman"/>
                <a:ea typeface="Times New Roman"/>
                <a:cs typeface="Times New Roman"/>
                <a:sym typeface="Times New Roman"/>
              </a:rPr>
              <a:t>Penalty</a:t>
            </a:r>
            <a:endParaRPr b="0" i="0" sz="13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800"/>
              </a:spcBef>
              <a:spcAft>
                <a:spcPts val="0"/>
              </a:spcAft>
              <a:buClr>
                <a:srgbClr val="9BAEB5"/>
              </a:buClr>
              <a:buSzPts val="1300"/>
              <a:buFont typeface="Times New Roman"/>
              <a:buAutoNum type="arabicPeriod"/>
            </a:pPr>
            <a:r>
              <a:rPr b="0" i="0" lang="en-US" sz="1300" u="none" cap="none" strike="noStrike">
                <a:solidFill>
                  <a:srgbClr val="252525"/>
                </a:solidFill>
                <a:latin typeface="Times New Roman"/>
                <a:ea typeface="Times New Roman"/>
                <a:cs typeface="Times New Roman"/>
                <a:sym typeface="Times New Roman"/>
              </a:rPr>
              <a:t>Substitutions</a:t>
            </a:r>
            <a:endParaRPr b="0" i="0" sz="13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800"/>
              </a:spcBef>
              <a:spcAft>
                <a:spcPts val="0"/>
              </a:spcAft>
              <a:buClr>
                <a:srgbClr val="9BAEB5"/>
              </a:buClr>
              <a:buSzPts val="1300"/>
              <a:buFont typeface="Times New Roman"/>
              <a:buAutoNum type="arabicPeriod"/>
            </a:pPr>
            <a:r>
              <a:rPr b="0" i="0" lang="en-US" sz="1300" u="none" cap="none" strike="noStrike">
                <a:solidFill>
                  <a:srgbClr val="252525"/>
                </a:solidFill>
                <a:latin typeface="Times New Roman"/>
                <a:ea typeface="Times New Roman"/>
                <a:cs typeface="Times New Roman"/>
                <a:sym typeface="Times New Roman"/>
              </a:rPr>
              <a:t>Substitutions interval</a:t>
            </a:r>
            <a:endParaRPr b="0" i="0" sz="13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795"/>
              </a:spcBef>
              <a:spcAft>
                <a:spcPts val="0"/>
              </a:spcAft>
              <a:buClr>
                <a:srgbClr val="9BAEB5"/>
              </a:buClr>
              <a:buSzPts val="1300"/>
              <a:buFont typeface="Times New Roman"/>
              <a:buAutoNum type="arabicPeriod"/>
            </a:pPr>
            <a:r>
              <a:rPr b="0" i="0" lang="en-US" sz="1300" u="none" cap="none" strike="noStrike">
                <a:solidFill>
                  <a:srgbClr val="252525"/>
                </a:solidFill>
                <a:latin typeface="Times New Roman"/>
                <a:ea typeface="Times New Roman"/>
                <a:cs typeface="Times New Roman"/>
                <a:sym typeface="Times New Roman"/>
              </a:rPr>
              <a:t>Game speed</a:t>
            </a:r>
            <a:endParaRPr b="0" i="0" sz="13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765"/>
              </a:spcBef>
              <a:spcAft>
                <a:spcPts val="0"/>
              </a:spcAft>
              <a:buClr>
                <a:srgbClr val="9BAEB5"/>
              </a:buClr>
              <a:buSzPts val="1300"/>
              <a:buFont typeface="Calibri"/>
              <a:buAutoNum type="arabicPeriod"/>
            </a:pPr>
            <a:r>
              <a:rPr b="0" i="0" lang="en-US" sz="1300" u="none" cap="none" strike="noStrike">
                <a:solidFill>
                  <a:srgbClr val="252525"/>
                </a:solidFill>
                <a:latin typeface="Times New Roman"/>
                <a:ea typeface="Times New Roman"/>
                <a:cs typeface="Times New Roman"/>
                <a:sym typeface="Times New Roman"/>
              </a:rPr>
              <a:t>Cursor type</a:t>
            </a:r>
            <a:endParaRPr b="0" i="0" sz="1300" u="none" cap="none" strike="noStrike">
              <a:solidFill>
                <a:srgbClr val="000000"/>
              </a:solidFill>
              <a:latin typeface="Times New Roman"/>
              <a:ea typeface="Times New Roman"/>
              <a:cs typeface="Times New Roman"/>
              <a:sym typeface="Times New Roman"/>
            </a:endParaRPr>
          </a:p>
          <a:p>
            <a:pPr indent="-342265" lvl="0" marL="354965" marR="0" rtl="0" algn="l">
              <a:lnSpc>
                <a:spcPct val="100000"/>
              </a:lnSpc>
              <a:spcBef>
                <a:spcPts val="790"/>
              </a:spcBef>
              <a:spcAft>
                <a:spcPts val="0"/>
              </a:spcAft>
              <a:buClr>
                <a:srgbClr val="9BAEB5"/>
              </a:buClr>
              <a:buSzPts val="1300"/>
              <a:buFont typeface="Calibri"/>
              <a:buAutoNum type="arabicPeriod"/>
            </a:pPr>
            <a:r>
              <a:rPr b="0" i="0" lang="en-US" sz="1300" u="none" cap="none" strike="noStrike">
                <a:solidFill>
                  <a:srgbClr val="252525"/>
                </a:solidFill>
                <a:latin typeface="Times New Roman"/>
                <a:ea typeface="Times New Roman"/>
                <a:cs typeface="Times New Roman"/>
                <a:sym typeface="Times New Roman"/>
              </a:rPr>
              <a:t>Posisi Home dan Away ditentukan berdasarkan bracket yang telah di acak.</a:t>
            </a:r>
            <a:endParaRPr b="0" i="0" sz="13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7"/>
          <p:cNvSpPr txBox="1"/>
          <p:nvPr>
            <p:ph type="title"/>
          </p:nvPr>
        </p:nvSpPr>
        <p:spPr>
          <a:xfrm>
            <a:off x="586740" y="633222"/>
            <a:ext cx="10515600" cy="132588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7600">
            <a:spAutoFit/>
          </a:bodyPr>
          <a:lstStyle/>
          <a:p>
            <a:pPr indent="0" lvl="0" marL="0" rtl="0" algn="l">
              <a:lnSpc>
                <a:spcPct val="100000"/>
              </a:lnSpc>
              <a:spcBef>
                <a:spcPts val="0"/>
              </a:spcBef>
              <a:spcAft>
                <a:spcPts val="0"/>
              </a:spcAft>
              <a:buSzPts val="1400"/>
              <a:buNone/>
            </a:pPr>
            <a:r>
              <a:t/>
            </a:r>
            <a:endParaRPr sz="2800"/>
          </a:p>
          <a:p>
            <a:pPr indent="0" lvl="0" marL="0" marR="20320" rtl="0" algn="ctr">
              <a:lnSpc>
                <a:spcPct val="100000"/>
              </a:lnSpc>
              <a:spcBef>
                <a:spcPts val="0"/>
              </a:spcBef>
              <a:spcAft>
                <a:spcPts val="0"/>
              </a:spcAft>
              <a:buSzPts val="1400"/>
              <a:buNone/>
            </a:pPr>
            <a:r>
              <a:rPr b="1" lang="en-US" sz="2800">
                <a:latin typeface="Times New Roman"/>
                <a:ea typeface="Times New Roman"/>
                <a:cs typeface="Times New Roman"/>
                <a:sym typeface="Times New Roman"/>
              </a:rPr>
              <a:t>FORMAT MATCH</a:t>
            </a:r>
            <a:endParaRPr sz="2800">
              <a:latin typeface="Times New Roman"/>
              <a:ea typeface="Times New Roman"/>
              <a:cs typeface="Times New Roman"/>
              <a:sym typeface="Times New Roman"/>
            </a:endParaRPr>
          </a:p>
        </p:txBody>
      </p:sp>
      <p:sp>
        <p:nvSpPr>
          <p:cNvPr id="83" name="Google Shape;83;p7"/>
          <p:cNvSpPr txBox="1"/>
          <p:nvPr/>
        </p:nvSpPr>
        <p:spPr>
          <a:xfrm>
            <a:off x="1150111" y="2241089"/>
            <a:ext cx="3087900" cy="4000200"/>
          </a:xfrm>
          <a:prstGeom prst="rect">
            <a:avLst/>
          </a:prstGeom>
          <a:noFill/>
          <a:ln>
            <a:noFill/>
          </a:ln>
        </p:spPr>
        <p:txBody>
          <a:bodyPr anchorCtr="0" anchor="t" bIns="0" lIns="0" spcFirstLastPara="1" rIns="0" wrap="square" tIns="88900">
            <a:spAutoFit/>
          </a:bodyPr>
          <a:lstStyle/>
          <a:p>
            <a:pPr indent="-681355" lvl="0" marL="694055" marR="0" rtl="0" algn="l">
              <a:lnSpc>
                <a:spcPct val="100000"/>
              </a:lnSpc>
              <a:spcBef>
                <a:spcPts val="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Stadium</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5"/>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Time</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Season</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Weather</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Length of grass</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Pitch Condition</a:t>
            </a:r>
            <a:endParaRPr sz="2800">
              <a:solidFill>
                <a:srgbClr val="252525"/>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lang="en-US" sz="2800">
                <a:solidFill>
                  <a:srgbClr val="252525"/>
                </a:solidFill>
                <a:latin typeface="Times New Roman"/>
                <a:ea typeface="Times New Roman"/>
                <a:cs typeface="Times New Roman"/>
                <a:sym typeface="Times New Roman"/>
              </a:rPr>
              <a:t>Uniform Rating / Overall Rating</a:t>
            </a:r>
            <a:endParaRPr sz="2800">
              <a:solidFill>
                <a:srgbClr val="252525"/>
              </a:solidFill>
              <a:latin typeface="Times New Roman"/>
              <a:ea typeface="Times New Roman"/>
              <a:cs typeface="Times New Roman"/>
              <a:sym typeface="Times New Roman"/>
            </a:endParaRPr>
          </a:p>
        </p:txBody>
      </p:sp>
      <p:sp>
        <p:nvSpPr>
          <p:cNvPr id="84" name="Google Shape;84;p7"/>
          <p:cNvSpPr txBox="1"/>
          <p:nvPr/>
        </p:nvSpPr>
        <p:spPr>
          <a:xfrm>
            <a:off x="4574794" y="2241089"/>
            <a:ext cx="3180000" cy="3569100"/>
          </a:xfrm>
          <a:prstGeom prst="rect">
            <a:avLst/>
          </a:prstGeom>
          <a:noFill/>
          <a:ln>
            <a:noFill/>
          </a:ln>
        </p:spPr>
        <p:txBody>
          <a:bodyPr anchorCtr="0" anchor="t" bIns="0" lIns="0" spcFirstLastPara="1" rIns="0" wrap="square" tIns="88900">
            <a:spAutoFit/>
          </a:bodyPr>
          <a:lstStyle/>
          <a:p>
            <a:pPr indent="0" lvl="0" marL="12700" marR="0" rtl="0" algn="l">
              <a:lnSpc>
                <a:spcPct val="100000"/>
              </a:lnSpc>
              <a:spcBef>
                <a:spcPts val="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eFootball™ Stadium</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5"/>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Night</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Winter</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Fine</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Normal</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Normal</a:t>
            </a:r>
            <a:endParaRPr b="0" i="0" sz="2800" u="none" cap="none" strike="noStrike">
              <a:solidFill>
                <a:srgbClr val="252525"/>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lang="en-US" sz="2800">
                <a:solidFill>
                  <a:srgbClr val="252525"/>
                </a:solidFill>
                <a:latin typeface="Times New Roman"/>
                <a:ea typeface="Times New Roman"/>
                <a:cs typeface="Times New Roman"/>
                <a:sym typeface="Times New Roman"/>
              </a:rPr>
              <a:t>: ON</a:t>
            </a:r>
            <a:endParaRPr sz="2800">
              <a:solidFill>
                <a:srgbClr val="252525"/>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8"/>
          <p:cNvSpPr txBox="1"/>
          <p:nvPr>
            <p:ph type="title"/>
          </p:nvPr>
        </p:nvSpPr>
        <p:spPr>
          <a:xfrm>
            <a:off x="586740" y="633222"/>
            <a:ext cx="10515600" cy="132588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7600">
            <a:spAutoFit/>
          </a:bodyPr>
          <a:lstStyle/>
          <a:p>
            <a:pPr indent="0" lvl="0" marL="0" rtl="0" algn="l">
              <a:lnSpc>
                <a:spcPct val="100000"/>
              </a:lnSpc>
              <a:spcBef>
                <a:spcPts val="0"/>
              </a:spcBef>
              <a:spcAft>
                <a:spcPts val="0"/>
              </a:spcAft>
              <a:buSzPts val="1400"/>
              <a:buNone/>
            </a:pPr>
            <a:r>
              <a:t/>
            </a:r>
            <a:endParaRPr sz="2800"/>
          </a:p>
          <a:p>
            <a:pPr indent="0" lvl="0" marL="0" marR="20320" rtl="0" algn="ctr">
              <a:lnSpc>
                <a:spcPct val="100000"/>
              </a:lnSpc>
              <a:spcBef>
                <a:spcPts val="0"/>
              </a:spcBef>
              <a:spcAft>
                <a:spcPts val="0"/>
              </a:spcAft>
              <a:buSzPts val="1400"/>
              <a:buNone/>
            </a:pPr>
            <a:r>
              <a:rPr b="1" lang="en-US" sz="2800">
                <a:latin typeface="Times New Roman"/>
                <a:ea typeface="Times New Roman"/>
                <a:cs typeface="Times New Roman"/>
                <a:sym typeface="Times New Roman"/>
              </a:rPr>
              <a:t>FORMAT MATCH</a:t>
            </a:r>
            <a:endParaRPr sz="2800">
              <a:latin typeface="Times New Roman"/>
              <a:ea typeface="Times New Roman"/>
              <a:cs typeface="Times New Roman"/>
              <a:sym typeface="Times New Roman"/>
            </a:endParaRPr>
          </a:p>
        </p:txBody>
      </p:sp>
      <p:sp>
        <p:nvSpPr>
          <p:cNvPr id="90" name="Google Shape;90;p8"/>
          <p:cNvSpPr txBox="1"/>
          <p:nvPr/>
        </p:nvSpPr>
        <p:spPr>
          <a:xfrm>
            <a:off x="1150111" y="2241089"/>
            <a:ext cx="3185100" cy="3138000"/>
          </a:xfrm>
          <a:prstGeom prst="rect">
            <a:avLst/>
          </a:prstGeom>
          <a:noFill/>
          <a:ln>
            <a:noFill/>
          </a:ln>
        </p:spPr>
        <p:txBody>
          <a:bodyPr anchorCtr="0" anchor="t" bIns="0" lIns="0" spcFirstLastPara="1" rIns="0" wrap="square" tIns="88900">
            <a:spAutoFit/>
          </a:bodyPr>
          <a:lstStyle/>
          <a:p>
            <a:pPr indent="-655955" lvl="0" marL="694055" marR="0" rtl="0" algn="l">
              <a:lnSpc>
                <a:spcPct val="100000"/>
              </a:lnSpc>
              <a:spcBef>
                <a:spcPts val="0"/>
              </a:spcBef>
              <a:spcAft>
                <a:spcPts val="0"/>
              </a:spcAft>
              <a:buClr>
                <a:srgbClr val="252525"/>
              </a:buClr>
              <a:buSzPts val="2400"/>
              <a:buFont typeface="Times New Roman"/>
              <a:buChar char="-"/>
            </a:pPr>
            <a:r>
              <a:rPr b="0" i="0" lang="en-US" sz="2400" u="none" cap="none" strike="noStrike">
                <a:solidFill>
                  <a:srgbClr val="252525"/>
                </a:solidFill>
                <a:latin typeface="Times New Roman"/>
                <a:ea typeface="Times New Roman"/>
                <a:cs typeface="Times New Roman"/>
                <a:sym typeface="Times New Roman"/>
              </a:rPr>
              <a:t>Camera Type</a:t>
            </a:r>
            <a:endParaRPr b="0" i="0" sz="2400" u="none" cap="none" strike="noStrike">
              <a:solidFill>
                <a:srgbClr val="000000"/>
              </a:solidFill>
              <a:latin typeface="Times New Roman"/>
              <a:ea typeface="Times New Roman"/>
              <a:cs typeface="Times New Roman"/>
              <a:sym typeface="Times New Roman"/>
            </a:endParaRPr>
          </a:p>
          <a:p>
            <a:pPr indent="-655955" lvl="0" marL="694055" marR="0" rtl="0" algn="l">
              <a:lnSpc>
                <a:spcPct val="100000"/>
              </a:lnSpc>
              <a:spcBef>
                <a:spcPts val="605"/>
              </a:spcBef>
              <a:spcAft>
                <a:spcPts val="0"/>
              </a:spcAft>
              <a:buClr>
                <a:srgbClr val="252525"/>
              </a:buClr>
              <a:buSzPts val="2400"/>
              <a:buFont typeface="Times New Roman"/>
              <a:buChar char="-"/>
            </a:pPr>
            <a:r>
              <a:rPr b="0" i="0" lang="en-US" sz="2400" u="none" cap="none" strike="noStrike">
                <a:solidFill>
                  <a:srgbClr val="252525"/>
                </a:solidFill>
                <a:latin typeface="Times New Roman"/>
                <a:ea typeface="Times New Roman"/>
                <a:cs typeface="Times New Roman"/>
                <a:sym typeface="Times New Roman"/>
              </a:rPr>
              <a:t>Zoom</a:t>
            </a:r>
            <a:endParaRPr b="0" i="0" sz="2400" u="none" cap="none" strike="noStrike">
              <a:solidFill>
                <a:srgbClr val="000000"/>
              </a:solidFill>
              <a:latin typeface="Times New Roman"/>
              <a:ea typeface="Times New Roman"/>
              <a:cs typeface="Times New Roman"/>
              <a:sym typeface="Times New Roman"/>
            </a:endParaRPr>
          </a:p>
          <a:p>
            <a:pPr indent="-655955" lvl="0" marL="694055" marR="0" rtl="0" algn="l">
              <a:lnSpc>
                <a:spcPct val="100000"/>
              </a:lnSpc>
              <a:spcBef>
                <a:spcPts val="600"/>
              </a:spcBef>
              <a:spcAft>
                <a:spcPts val="0"/>
              </a:spcAft>
              <a:buClr>
                <a:srgbClr val="252525"/>
              </a:buClr>
              <a:buSzPts val="2400"/>
              <a:buFont typeface="Times New Roman"/>
              <a:buChar char="-"/>
            </a:pPr>
            <a:r>
              <a:rPr b="0" i="0" lang="en-US" sz="2400" u="none" cap="none" strike="noStrike">
                <a:solidFill>
                  <a:srgbClr val="252525"/>
                </a:solidFill>
                <a:latin typeface="Times New Roman"/>
                <a:ea typeface="Times New Roman"/>
                <a:cs typeface="Times New Roman"/>
                <a:sym typeface="Times New Roman"/>
              </a:rPr>
              <a:t>Height</a:t>
            </a:r>
            <a:endParaRPr b="0" i="0" sz="2400" u="none" cap="none" strike="noStrike">
              <a:solidFill>
                <a:srgbClr val="000000"/>
              </a:solidFill>
              <a:latin typeface="Times New Roman"/>
              <a:ea typeface="Times New Roman"/>
              <a:cs typeface="Times New Roman"/>
              <a:sym typeface="Times New Roman"/>
            </a:endParaRPr>
          </a:p>
          <a:p>
            <a:pPr indent="-655955" lvl="0" marL="694055" marR="0" rtl="0" algn="l">
              <a:lnSpc>
                <a:spcPct val="100000"/>
              </a:lnSpc>
              <a:spcBef>
                <a:spcPts val="600"/>
              </a:spcBef>
              <a:spcAft>
                <a:spcPts val="0"/>
              </a:spcAft>
              <a:buClr>
                <a:srgbClr val="252525"/>
              </a:buClr>
              <a:buSzPts val="2400"/>
              <a:buFont typeface="Times New Roman"/>
              <a:buChar char="-"/>
            </a:pPr>
            <a:r>
              <a:rPr b="0" i="0" lang="en-US" sz="2400" u="none" cap="none" strike="noStrike">
                <a:solidFill>
                  <a:srgbClr val="252525"/>
                </a:solidFill>
                <a:latin typeface="Times New Roman"/>
                <a:ea typeface="Times New Roman"/>
                <a:cs typeface="Times New Roman"/>
                <a:sym typeface="Times New Roman"/>
              </a:rPr>
              <a:t>Directional guide</a:t>
            </a:r>
            <a:endParaRPr b="0" i="0" sz="2400" u="none" cap="none" strike="noStrike">
              <a:solidFill>
                <a:srgbClr val="000000"/>
              </a:solidFill>
              <a:latin typeface="Times New Roman"/>
              <a:ea typeface="Times New Roman"/>
              <a:cs typeface="Times New Roman"/>
              <a:sym typeface="Times New Roman"/>
            </a:endParaRPr>
          </a:p>
          <a:p>
            <a:pPr indent="-655955" lvl="0" marL="694055" marR="0" rtl="0" algn="l">
              <a:lnSpc>
                <a:spcPct val="100000"/>
              </a:lnSpc>
              <a:spcBef>
                <a:spcPts val="600"/>
              </a:spcBef>
              <a:spcAft>
                <a:spcPts val="0"/>
              </a:spcAft>
              <a:buClr>
                <a:srgbClr val="252525"/>
              </a:buClr>
              <a:buSzPts val="2400"/>
              <a:buFont typeface="Times New Roman"/>
              <a:buChar char="-"/>
            </a:pPr>
            <a:r>
              <a:rPr b="0" i="0" lang="en-US" sz="2400" u="none" cap="none" strike="noStrike">
                <a:solidFill>
                  <a:srgbClr val="252525"/>
                </a:solidFill>
                <a:latin typeface="Times New Roman"/>
                <a:ea typeface="Times New Roman"/>
                <a:cs typeface="Times New Roman"/>
                <a:sym typeface="Times New Roman"/>
              </a:rPr>
              <a:t>Audio mode</a:t>
            </a:r>
            <a:endParaRPr b="0" i="0" sz="2400" u="none" cap="none" strike="noStrike">
              <a:solidFill>
                <a:srgbClr val="252525"/>
              </a:solidFill>
              <a:latin typeface="Times New Roman"/>
              <a:ea typeface="Times New Roman"/>
              <a:cs typeface="Times New Roman"/>
              <a:sym typeface="Times New Roman"/>
            </a:endParaRPr>
          </a:p>
          <a:p>
            <a:pPr indent="-655955" lvl="0" marL="694055" marR="0" rtl="0" algn="l">
              <a:lnSpc>
                <a:spcPct val="100000"/>
              </a:lnSpc>
              <a:spcBef>
                <a:spcPts val="600"/>
              </a:spcBef>
              <a:spcAft>
                <a:spcPts val="0"/>
              </a:spcAft>
              <a:buClr>
                <a:srgbClr val="252525"/>
              </a:buClr>
              <a:buSzPts val="2400"/>
              <a:buFont typeface="Times New Roman"/>
              <a:buChar char="-"/>
            </a:pPr>
            <a:r>
              <a:rPr lang="en-US" sz="2400">
                <a:solidFill>
                  <a:srgbClr val="252525"/>
                </a:solidFill>
                <a:latin typeface="Times New Roman"/>
                <a:ea typeface="Times New Roman"/>
                <a:cs typeface="Times New Roman"/>
                <a:sym typeface="Times New Roman"/>
              </a:rPr>
              <a:t>Smart Assist</a:t>
            </a:r>
            <a:endParaRPr sz="2400">
              <a:solidFill>
                <a:srgbClr val="252525"/>
              </a:solidFill>
              <a:latin typeface="Times New Roman"/>
              <a:ea typeface="Times New Roman"/>
              <a:cs typeface="Times New Roman"/>
              <a:sym typeface="Times New Roman"/>
            </a:endParaRPr>
          </a:p>
          <a:p>
            <a:pPr indent="-655955" lvl="0" marL="694055" marR="0" rtl="0" algn="l">
              <a:lnSpc>
                <a:spcPct val="100000"/>
              </a:lnSpc>
              <a:spcBef>
                <a:spcPts val="600"/>
              </a:spcBef>
              <a:spcAft>
                <a:spcPts val="0"/>
              </a:spcAft>
              <a:buClr>
                <a:srgbClr val="252525"/>
              </a:buClr>
              <a:buSzPts val="2400"/>
              <a:buFont typeface="Times New Roman"/>
              <a:buChar char="-"/>
            </a:pPr>
            <a:r>
              <a:rPr lang="en-US" sz="2400">
                <a:solidFill>
                  <a:srgbClr val="252525"/>
                </a:solidFill>
                <a:latin typeface="Times New Roman"/>
                <a:ea typeface="Times New Roman"/>
                <a:cs typeface="Times New Roman"/>
                <a:sym typeface="Times New Roman"/>
              </a:rPr>
              <a:t>TIM</a:t>
            </a:r>
            <a:endParaRPr sz="2400">
              <a:solidFill>
                <a:srgbClr val="252525"/>
              </a:solidFill>
              <a:latin typeface="Times New Roman"/>
              <a:ea typeface="Times New Roman"/>
              <a:cs typeface="Times New Roman"/>
              <a:sym typeface="Times New Roman"/>
            </a:endParaRPr>
          </a:p>
        </p:txBody>
      </p:sp>
      <p:sp>
        <p:nvSpPr>
          <p:cNvPr id="91" name="Google Shape;91;p8"/>
          <p:cNvSpPr txBox="1"/>
          <p:nvPr/>
        </p:nvSpPr>
        <p:spPr>
          <a:xfrm>
            <a:off x="4574800" y="2241100"/>
            <a:ext cx="7541400" cy="4754400"/>
          </a:xfrm>
          <a:prstGeom prst="rect">
            <a:avLst/>
          </a:prstGeom>
          <a:noFill/>
          <a:ln>
            <a:noFill/>
          </a:ln>
        </p:spPr>
        <p:txBody>
          <a:bodyPr anchorCtr="0" anchor="t" bIns="0" lIns="0" spcFirstLastPara="1" rIns="0" wrap="square" tIns="88900">
            <a:spAutoFit/>
          </a:bodyPr>
          <a:lstStyle/>
          <a:p>
            <a:pPr indent="0" lvl="0" marL="12700" marR="0" rtl="0" algn="l">
              <a:lnSpc>
                <a:spcPct val="100000"/>
              </a:lnSpc>
              <a:spcBef>
                <a:spcPts val="0"/>
              </a:spcBef>
              <a:spcAft>
                <a:spcPts val="0"/>
              </a:spcAft>
              <a:buClr>
                <a:srgbClr val="000000"/>
              </a:buClr>
              <a:buSzPts val="2800"/>
              <a:buFont typeface="Arial"/>
              <a:buNone/>
            </a:pPr>
            <a:r>
              <a:rPr b="0" i="0" lang="en-US" sz="2400" u="none" cap="none" strike="noStrike">
                <a:solidFill>
                  <a:srgbClr val="252525"/>
                </a:solidFill>
                <a:latin typeface="Times New Roman"/>
                <a:ea typeface="Times New Roman"/>
                <a:cs typeface="Times New Roman"/>
                <a:sym typeface="Times New Roman"/>
              </a:rPr>
              <a:t>: Dynamic Wide (C</a:t>
            </a:r>
            <a:r>
              <a:rPr lang="en-US" sz="2400">
                <a:solidFill>
                  <a:srgbClr val="252525"/>
                </a:solidFill>
                <a:latin typeface="Times New Roman"/>
                <a:ea typeface="Times New Roman"/>
                <a:cs typeface="Times New Roman"/>
                <a:sym typeface="Times New Roman"/>
              </a:rPr>
              <a:t>ustom)</a:t>
            </a:r>
            <a:endParaRPr b="0" i="0" sz="24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5"/>
              </a:spcBef>
              <a:spcAft>
                <a:spcPts val="0"/>
              </a:spcAft>
              <a:buClr>
                <a:srgbClr val="000000"/>
              </a:buClr>
              <a:buSzPts val="2800"/>
              <a:buFont typeface="Arial"/>
              <a:buNone/>
            </a:pPr>
            <a:r>
              <a:rPr b="0" i="0" lang="en-US" sz="2400" u="none" cap="none" strike="noStrike">
                <a:solidFill>
                  <a:srgbClr val="252525"/>
                </a:solidFill>
                <a:latin typeface="Times New Roman"/>
                <a:ea typeface="Times New Roman"/>
                <a:cs typeface="Times New Roman"/>
                <a:sym typeface="Times New Roman"/>
              </a:rPr>
              <a:t>: 2</a:t>
            </a:r>
            <a:endParaRPr b="0" i="0" sz="24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400" u="none" cap="none" strike="noStrike">
                <a:solidFill>
                  <a:srgbClr val="252525"/>
                </a:solidFill>
                <a:latin typeface="Times New Roman"/>
                <a:ea typeface="Times New Roman"/>
                <a:cs typeface="Times New Roman"/>
                <a:sym typeface="Times New Roman"/>
              </a:rPr>
              <a:t>: 2</a:t>
            </a:r>
            <a:endParaRPr b="0" i="0" sz="24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400" u="none" cap="none" strike="noStrike">
                <a:solidFill>
                  <a:srgbClr val="252525"/>
                </a:solidFill>
                <a:latin typeface="Times New Roman"/>
                <a:ea typeface="Times New Roman"/>
                <a:cs typeface="Times New Roman"/>
                <a:sym typeface="Times New Roman"/>
              </a:rPr>
              <a:t>: OFF (Under controller settings)</a:t>
            </a:r>
            <a:endParaRPr b="0" i="0" sz="24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400" u="none" cap="none" strike="noStrike">
                <a:solidFill>
                  <a:srgbClr val="252525"/>
                </a:solidFill>
                <a:latin typeface="Times New Roman"/>
                <a:ea typeface="Times New Roman"/>
                <a:cs typeface="Times New Roman"/>
                <a:sym typeface="Times New Roman"/>
              </a:rPr>
              <a:t>: eSports</a:t>
            </a:r>
            <a:endParaRPr b="0" i="0" sz="2400" u="none" cap="none" strike="noStrike">
              <a:solidFill>
                <a:srgbClr val="252525"/>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lang="en-US" sz="2400">
                <a:solidFill>
                  <a:srgbClr val="252525"/>
                </a:solidFill>
                <a:latin typeface="Times New Roman"/>
                <a:ea typeface="Times New Roman"/>
                <a:cs typeface="Times New Roman"/>
                <a:sym typeface="Times New Roman"/>
              </a:rPr>
              <a:t>: OFF</a:t>
            </a:r>
            <a:endParaRPr sz="2400">
              <a:solidFill>
                <a:srgbClr val="252525"/>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lang="en-US" sz="2400">
                <a:solidFill>
                  <a:srgbClr val="252525"/>
                </a:solidFill>
                <a:latin typeface="Times New Roman"/>
                <a:ea typeface="Times New Roman"/>
                <a:cs typeface="Times New Roman"/>
                <a:sym typeface="Times New Roman"/>
              </a:rPr>
              <a:t>: LICENSE CLUB (CEK DI WEBSITE KONAMI) DAN TIM TIDAK BOLEH SAMA. APABILA ADA YANG MEMAKAI TIM YANG SAMA, MAKA AKAN DILAKUKAN TOS KOIN</a:t>
            </a:r>
            <a:endParaRPr sz="2400">
              <a:solidFill>
                <a:srgbClr val="252525"/>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t/>
            </a:r>
            <a:endParaRPr sz="2800">
              <a:solidFill>
                <a:srgbClr val="252525"/>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9"/>
          <p:cNvSpPr txBox="1"/>
          <p:nvPr>
            <p:ph type="title"/>
          </p:nvPr>
        </p:nvSpPr>
        <p:spPr>
          <a:xfrm>
            <a:off x="586740" y="633222"/>
            <a:ext cx="10515600" cy="132588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7600">
            <a:spAutoFit/>
          </a:bodyPr>
          <a:lstStyle/>
          <a:p>
            <a:pPr indent="0" lvl="0" marL="0" rtl="0" algn="l">
              <a:lnSpc>
                <a:spcPct val="100000"/>
              </a:lnSpc>
              <a:spcBef>
                <a:spcPts val="0"/>
              </a:spcBef>
              <a:spcAft>
                <a:spcPts val="0"/>
              </a:spcAft>
              <a:buSzPts val="1400"/>
              <a:buNone/>
            </a:pPr>
            <a:r>
              <a:t/>
            </a:r>
            <a:endParaRPr sz="2800"/>
          </a:p>
          <a:p>
            <a:pPr indent="0" lvl="0" marL="0" marR="20320" rtl="0" algn="ctr">
              <a:lnSpc>
                <a:spcPct val="100000"/>
              </a:lnSpc>
              <a:spcBef>
                <a:spcPts val="0"/>
              </a:spcBef>
              <a:spcAft>
                <a:spcPts val="0"/>
              </a:spcAft>
              <a:buSzPts val="1400"/>
              <a:buNone/>
            </a:pPr>
            <a:r>
              <a:rPr b="1" lang="en-US" sz="2800">
                <a:latin typeface="Times New Roman"/>
                <a:ea typeface="Times New Roman"/>
                <a:cs typeface="Times New Roman"/>
                <a:sym typeface="Times New Roman"/>
              </a:rPr>
              <a:t>FORMAT MATCH</a:t>
            </a:r>
            <a:endParaRPr sz="2800">
              <a:latin typeface="Times New Roman"/>
              <a:ea typeface="Times New Roman"/>
              <a:cs typeface="Times New Roman"/>
              <a:sym typeface="Times New Roman"/>
            </a:endParaRPr>
          </a:p>
        </p:txBody>
      </p:sp>
      <p:sp>
        <p:nvSpPr>
          <p:cNvPr id="97" name="Google Shape;97;p9"/>
          <p:cNvSpPr txBox="1"/>
          <p:nvPr/>
        </p:nvSpPr>
        <p:spPr>
          <a:xfrm>
            <a:off x="1150111" y="2241089"/>
            <a:ext cx="5601335" cy="3044190"/>
          </a:xfrm>
          <a:prstGeom prst="rect">
            <a:avLst/>
          </a:prstGeom>
          <a:noFill/>
          <a:ln>
            <a:noFill/>
          </a:ln>
        </p:spPr>
        <p:txBody>
          <a:bodyPr anchorCtr="0" anchor="t" bIns="0" lIns="0" spcFirstLastPara="1" rIns="0" wrap="square" tIns="88900">
            <a:spAutoFit/>
          </a:bodyPr>
          <a:lstStyle/>
          <a:p>
            <a:pPr indent="-681355" lvl="0" marL="694055" marR="0" rtl="0" algn="l">
              <a:lnSpc>
                <a:spcPct val="100000"/>
              </a:lnSpc>
              <a:spcBef>
                <a:spcPts val="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Display Radar</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5"/>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Player Name Boxes</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Attack/Defense Level</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Attack/Defense Level Information</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Radar (Home &amp; Away)</a:t>
            </a:r>
            <a:endParaRPr b="0" i="0" sz="2800" u="none" cap="none" strike="noStrike">
              <a:solidFill>
                <a:srgbClr val="000000"/>
              </a:solidFill>
              <a:latin typeface="Times New Roman"/>
              <a:ea typeface="Times New Roman"/>
              <a:cs typeface="Times New Roman"/>
              <a:sym typeface="Times New Roman"/>
            </a:endParaRPr>
          </a:p>
          <a:p>
            <a:pPr indent="-681355" lvl="0" marL="694055" marR="0" rtl="0" algn="l">
              <a:lnSpc>
                <a:spcPct val="100000"/>
              </a:lnSpc>
              <a:spcBef>
                <a:spcPts val="600"/>
              </a:spcBef>
              <a:spcAft>
                <a:spcPts val="0"/>
              </a:spcAft>
              <a:buClr>
                <a:srgbClr val="252525"/>
              </a:buClr>
              <a:buSzPts val="2800"/>
              <a:buFont typeface="Times New Roman"/>
              <a:buChar char="-"/>
            </a:pPr>
            <a:r>
              <a:rPr b="0" i="0" lang="en-US" sz="2800" u="none" cap="none" strike="noStrike">
                <a:solidFill>
                  <a:srgbClr val="252525"/>
                </a:solidFill>
                <a:latin typeface="Times New Roman"/>
                <a:ea typeface="Times New Roman"/>
                <a:cs typeface="Times New Roman"/>
                <a:sym typeface="Times New Roman"/>
              </a:rPr>
              <a:t>Power Gauge</a:t>
            </a:r>
            <a:endParaRPr b="0" i="0" sz="2800" u="none" cap="none" strike="noStrike">
              <a:solidFill>
                <a:srgbClr val="000000"/>
              </a:solidFill>
              <a:latin typeface="Times New Roman"/>
              <a:ea typeface="Times New Roman"/>
              <a:cs typeface="Times New Roman"/>
              <a:sym typeface="Times New Roman"/>
            </a:endParaRPr>
          </a:p>
        </p:txBody>
      </p:sp>
      <p:sp>
        <p:nvSpPr>
          <p:cNvPr id="98" name="Google Shape;98;p9"/>
          <p:cNvSpPr txBox="1"/>
          <p:nvPr/>
        </p:nvSpPr>
        <p:spPr>
          <a:xfrm>
            <a:off x="7318247" y="2241089"/>
            <a:ext cx="1805305" cy="3044190"/>
          </a:xfrm>
          <a:prstGeom prst="rect">
            <a:avLst/>
          </a:prstGeom>
          <a:noFill/>
          <a:ln>
            <a:noFill/>
          </a:ln>
        </p:spPr>
        <p:txBody>
          <a:bodyPr anchorCtr="0" anchor="t" bIns="0" lIns="0" spcFirstLastPara="1" rIns="0" wrap="square" tIns="88900">
            <a:spAutoFit/>
          </a:bodyPr>
          <a:lstStyle/>
          <a:p>
            <a:pPr indent="0" lvl="0" marL="12700" marR="0" rtl="0" algn="l">
              <a:lnSpc>
                <a:spcPct val="100000"/>
              </a:lnSpc>
              <a:spcBef>
                <a:spcPts val="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Bottom</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5"/>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ON</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ON</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ON</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Strip Color</a:t>
            </a:r>
            <a:endParaRPr b="0" i="0" sz="28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600"/>
              </a:spcBef>
              <a:spcAft>
                <a:spcPts val="0"/>
              </a:spcAft>
              <a:buClr>
                <a:srgbClr val="000000"/>
              </a:buClr>
              <a:buSzPts val="2800"/>
              <a:buFont typeface="Arial"/>
              <a:buNone/>
            </a:pPr>
            <a:r>
              <a:rPr b="0" i="0" lang="en-US" sz="2800" u="none" cap="none" strike="noStrike">
                <a:solidFill>
                  <a:srgbClr val="252525"/>
                </a:solidFill>
                <a:latin typeface="Times New Roman"/>
                <a:ea typeface="Times New Roman"/>
                <a:cs typeface="Times New Roman"/>
                <a:sym typeface="Times New Roman"/>
              </a:rPr>
              <a:t>: ON</a:t>
            </a:r>
            <a:endParaRPr b="0" i="0" sz="2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0"/>
          <p:cNvSpPr txBox="1"/>
          <p:nvPr>
            <p:ph type="title"/>
          </p:nvPr>
        </p:nvSpPr>
        <p:spPr>
          <a:xfrm>
            <a:off x="586740" y="633222"/>
            <a:ext cx="10515600" cy="132588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7600">
            <a:spAutoFit/>
          </a:bodyPr>
          <a:lstStyle/>
          <a:p>
            <a:pPr indent="0" lvl="0" marL="0" rtl="0" algn="l">
              <a:lnSpc>
                <a:spcPct val="100000"/>
              </a:lnSpc>
              <a:spcBef>
                <a:spcPts val="0"/>
              </a:spcBef>
              <a:spcAft>
                <a:spcPts val="0"/>
              </a:spcAft>
              <a:buSzPts val="1400"/>
              <a:buNone/>
            </a:pPr>
            <a:r>
              <a:t/>
            </a:r>
            <a:endParaRPr sz="2800"/>
          </a:p>
          <a:p>
            <a:pPr indent="0" lvl="0" marL="0" marR="20320" rtl="0" algn="ctr">
              <a:lnSpc>
                <a:spcPct val="100000"/>
              </a:lnSpc>
              <a:spcBef>
                <a:spcPts val="0"/>
              </a:spcBef>
              <a:spcAft>
                <a:spcPts val="0"/>
              </a:spcAft>
              <a:buSzPts val="1400"/>
              <a:buNone/>
            </a:pPr>
            <a:r>
              <a:rPr b="1" lang="en-US" sz="2800">
                <a:latin typeface="Times New Roman"/>
                <a:ea typeface="Times New Roman"/>
                <a:cs typeface="Times New Roman"/>
                <a:sym typeface="Times New Roman"/>
              </a:rPr>
              <a:t>FORMAT MATCH</a:t>
            </a:r>
            <a:endParaRPr sz="2800">
              <a:latin typeface="Times New Roman"/>
              <a:ea typeface="Times New Roman"/>
              <a:cs typeface="Times New Roman"/>
              <a:sym typeface="Times New Roman"/>
            </a:endParaRPr>
          </a:p>
        </p:txBody>
      </p:sp>
      <p:graphicFrame>
        <p:nvGraphicFramePr>
          <p:cNvPr id="104" name="Google Shape;104;p10"/>
          <p:cNvGraphicFramePr/>
          <p:nvPr/>
        </p:nvGraphicFramePr>
        <p:xfrm>
          <a:off x="1131061" y="2368717"/>
          <a:ext cx="3000000" cy="3000000"/>
        </p:xfrm>
        <a:graphic>
          <a:graphicData uri="http://schemas.openxmlformats.org/drawingml/2006/table">
            <a:tbl>
              <a:tblPr bandRow="1" firstRow="1">
                <a:noFill/>
                <a:tableStyleId>{BFBA95FB-FBD2-4147-B67E-FE276410DCEF}</a:tableStyleId>
              </a:tblPr>
              <a:tblGrid>
                <a:gridCol w="6892925"/>
                <a:gridCol w="1093475"/>
              </a:tblGrid>
              <a:tr h="448300">
                <a:tc>
                  <a:txBody>
                    <a:bodyPr/>
                    <a:lstStyle/>
                    <a:p>
                      <a:pPr indent="0" lvl="0" marL="31750" marR="0" rtl="0" algn="l">
                        <a:lnSpc>
                          <a:spcPct val="109285"/>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Stamina Gauge</a:t>
                      </a:r>
                      <a:endParaRPr sz="2800" u="none" cap="none" strike="noStrike">
                        <a:latin typeface="Times New Roman"/>
                        <a:ea typeface="Times New Roman"/>
                        <a:cs typeface="Times New Roman"/>
                        <a:sym typeface="Times New Roman"/>
                      </a:endParaRPr>
                    </a:p>
                  </a:txBody>
                  <a:tcPr marT="0" marB="0" marR="0" marL="0"/>
                </a:tc>
                <a:tc>
                  <a:txBody>
                    <a:bodyPr/>
                    <a:lstStyle/>
                    <a:p>
                      <a:pPr indent="0" lvl="0" marL="220979" marR="0" rtl="0" algn="l">
                        <a:lnSpc>
                          <a:spcPct val="109285"/>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OFF</a:t>
                      </a:r>
                      <a:endParaRPr sz="2800" u="none" cap="none" strike="noStrike">
                        <a:latin typeface="Times New Roman"/>
                        <a:ea typeface="Times New Roman"/>
                        <a:cs typeface="Times New Roman"/>
                        <a:sym typeface="Times New Roman"/>
                      </a:endParaRPr>
                    </a:p>
                  </a:txBody>
                  <a:tcPr marT="0" marB="0" marR="0" marL="0"/>
                </a:tc>
              </a:tr>
              <a:tr h="502925">
                <a:tc>
                  <a:txBody>
                    <a:bodyPr/>
                    <a:lstStyle/>
                    <a:p>
                      <a:pPr indent="0" lvl="0" marL="31750" marR="0" rtl="0" algn="l">
                        <a:lnSpc>
                          <a:spcPct val="100000"/>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Cursor Display</a:t>
                      </a:r>
                      <a:endParaRPr sz="2800" u="none" cap="none" strike="noStrike">
                        <a:latin typeface="Times New Roman"/>
                        <a:ea typeface="Times New Roman"/>
                        <a:cs typeface="Times New Roman"/>
                        <a:sym typeface="Times New Roman"/>
                      </a:endParaRPr>
                    </a:p>
                  </a:txBody>
                  <a:tcPr marT="15875" marB="0" marR="0" marL="0"/>
                </a:tc>
                <a:tc>
                  <a:txBody>
                    <a:bodyPr/>
                    <a:lstStyle/>
                    <a:p>
                      <a:pPr indent="0" lvl="0" marL="220979" marR="0" rtl="0" algn="l">
                        <a:lnSpc>
                          <a:spcPct val="100000"/>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ON</a:t>
                      </a:r>
                      <a:endParaRPr sz="2800" u="none" cap="none" strike="noStrike">
                        <a:latin typeface="Times New Roman"/>
                        <a:ea typeface="Times New Roman"/>
                        <a:cs typeface="Times New Roman"/>
                        <a:sym typeface="Times New Roman"/>
                      </a:endParaRPr>
                    </a:p>
                  </a:txBody>
                  <a:tcPr marT="15875" marB="0" marR="0" marL="0"/>
                </a:tc>
              </a:tr>
              <a:tr h="502275">
                <a:tc>
                  <a:txBody>
                    <a:bodyPr/>
                    <a:lstStyle/>
                    <a:p>
                      <a:pPr indent="0" lvl="0" marL="31750" marR="0" rtl="0" algn="l">
                        <a:lnSpc>
                          <a:spcPct val="100000"/>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Time/Score</a:t>
                      </a:r>
                      <a:endParaRPr sz="2800" u="none" cap="none" strike="noStrike">
                        <a:latin typeface="Times New Roman"/>
                        <a:ea typeface="Times New Roman"/>
                        <a:cs typeface="Times New Roman"/>
                        <a:sym typeface="Times New Roman"/>
                      </a:endParaRPr>
                    </a:p>
                  </a:txBody>
                  <a:tcPr marT="15875" marB="0" marR="0" marL="0"/>
                </a:tc>
                <a:tc>
                  <a:txBody>
                    <a:bodyPr/>
                    <a:lstStyle/>
                    <a:p>
                      <a:pPr indent="0" lvl="0" marL="220979" marR="0" rtl="0" algn="l">
                        <a:lnSpc>
                          <a:spcPct val="100000"/>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ON</a:t>
                      </a:r>
                      <a:endParaRPr sz="2800" u="none" cap="none" strike="noStrike">
                        <a:latin typeface="Times New Roman"/>
                        <a:ea typeface="Times New Roman"/>
                        <a:cs typeface="Times New Roman"/>
                        <a:sym typeface="Times New Roman"/>
                      </a:endParaRPr>
                    </a:p>
                  </a:txBody>
                  <a:tcPr marT="15875" marB="0" marR="0" marL="0"/>
                </a:tc>
              </a:tr>
              <a:tr h="502275">
                <a:tc>
                  <a:txBody>
                    <a:bodyPr/>
                    <a:lstStyle/>
                    <a:p>
                      <a:pPr indent="0" lvl="0" marL="31750" marR="0" rtl="0" algn="l">
                        <a:lnSpc>
                          <a:spcPct val="100000"/>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Display Player Names : Opponent’s Team</a:t>
                      </a:r>
                      <a:endParaRPr sz="2800" u="none" cap="none" strike="noStrike">
                        <a:latin typeface="Times New Roman"/>
                        <a:ea typeface="Times New Roman"/>
                        <a:cs typeface="Times New Roman"/>
                        <a:sym typeface="Times New Roman"/>
                      </a:endParaRPr>
                    </a:p>
                  </a:txBody>
                  <a:tcPr marT="15875" marB="0" marR="0" marL="0"/>
                </a:tc>
                <a:tc>
                  <a:txBody>
                    <a:bodyPr/>
                    <a:lstStyle/>
                    <a:p>
                      <a:pPr indent="0" lvl="0" marL="220979" marR="0" rtl="0" algn="l">
                        <a:lnSpc>
                          <a:spcPct val="100000"/>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ON</a:t>
                      </a:r>
                      <a:endParaRPr sz="2800" u="none" cap="none" strike="noStrike">
                        <a:latin typeface="Times New Roman"/>
                        <a:ea typeface="Times New Roman"/>
                        <a:cs typeface="Times New Roman"/>
                        <a:sym typeface="Times New Roman"/>
                      </a:endParaRPr>
                    </a:p>
                  </a:txBody>
                  <a:tcPr marT="15875" marB="0" marR="0" marL="0"/>
                </a:tc>
              </a:tr>
              <a:tr h="502275">
                <a:tc>
                  <a:txBody>
                    <a:bodyPr/>
                    <a:lstStyle/>
                    <a:p>
                      <a:pPr indent="0" lvl="0" marL="31750" marR="0" rtl="0" algn="l">
                        <a:lnSpc>
                          <a:spcPct val="100000"/>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Set Piece Guides</a:t>
                      </a:r>
                      <a:endParaRPr sz="2800" u="none" cap="none" strike="noStrike">
                        <a:latin typeface="Times New Roman"/>
                        <a:ea typeface="Times New Roman"/>
                        <a:cs typeface="Times New Roman"/>
                        <a:sym typeface="Times New Roman"/>
                      </a:endParaRPr>
                    </a:p>
                  </a:txBody>
                  <a:tcPr marT="15875" marB="0" marR="0" marL="0"/>
                </a:tc>
                <a:tc>
                  <a:txBody>
                    <a:bodyPr/>
                    <a:lstStyle/>
                    <a:p>
                      <a:pPr indent="0" lvl="0" marL="220979" marR="0" rtl="0" algn="l">
                        <a:lnSpc>
                          <a:spcPct val="100000"/>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OFF</a:t>
                      </a:r>
                      <a:endParaRPr sz="2800" u="none" cap="none" strike="noStrike">
                        <a:latin typeface="Times New Roman"/>
                        <a:ea typeface="Times New Roman"/>
                        <a:cs typeface="Times New Roman"/>
                        <a:sym typeface="Times New Roman"/>
                      </a:endParaRPr>
                    </a:p>
                  </a:txBody>
                  <a:tcPr marT="15875" marB="0" marR="0" marL="0"/>
                </a:tc>
              </a:tr>
              <a:tr h="448300">
                <a:tc>
                  <a:txBody>
                    <a:bodyPr/>
                    <a:lstStyle/>
                    <a:p>
                      <a:pPr indent="0" lvl="0" marL="31750" marR="0" rtl="0" algn="l">
                        <a:lnSpc>
                          <a:spcPct val="117999"/>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Goal Celebration Prompts</a:t>
                      </a:r>
                      <a:endParaRPr sz="2800" u="none" cap="none" strike="noStrike">
                        <a:latin typeface="Times New Roman"/>
                        <a:ea typeface="Times New Roman"/>
                        <a:cs typeface="Times New Roman"/>
                        <a:sym typeface="Times New Roman"/>
                      </a:endParaRPr>
                    </a:p>
                  </a:txBody>
                  <a:tcPr marT="15875" marB="0" marR="0" marL="0"/>
                </a:tc>
                <a:tc>
                  <a:txBody>
                    <a:bodyPr/>
                    <a:lstStyle/>
                    <a:p>
                      <a:pPr indent="0" lvl="0" marL="220979" marR="0" rtl="0" algn="l">
                        <a:lnSpc>
                          <a:spcPct val="117999"/>
                        </a:lnSpc>
                        <a:spcBef>
                          <a:spcPts val="0"/>
                        </a:spcBef>
                        <a:spcAft>
                          <a:spcPts val="0"/>
                        </a:spcAft>
                        <a:buClr>
                          <a:srgbClr val="000000"/>
                        </a:buClr>
                        <a:buSzPts val="2800"/>
                        <a:buFont typeface="Arial"/>
                        <a:buNone/>
                      </a:pPr>
                      <a:r>
                        <a:rPr lang="en-US" sz="2800" u="none" cap="none" strike="noStrike">
                          <a:solidFill>
                            <a:srgbClr val="252525"/>
                          </a:solidFill>
                          <a:latin typeface="Times New Roman"/>
                          <a:ea typeface="Times New Roman"/>
                          <a:cs typeface="Times New Roman"/>
                          <a:sym typeface="Times New Roman"/>
                        </a:rPr>
                        <a:t>: OFF</a:t>
                      </a:r>
                      <a:endParaRPr sz="2800" u="none" cap="none" strike="noStrike">
                        <a:latin typeface="Times New Roman"/>
                        <a:ea typeface="Times New Roman"/>
                        <a:cs typeface="Times New Roman"/>
                        <a:sym typeface="Times New Roman"/>
                      </a:endParaRPr>
                    </a:p>
                  </a:txBody>
                  <a:tcPr marT="15875" marB="0" marR="0" marL="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1"/>
          <p:cNvSpPr txBox="1"/>
          <p:nvPr/>
        </p:nvSpPr>
        <p:spPr>
          <a:xfrm>
            <a:off x="2231135" y="964691"/>
            <a:ext cx="7729855" cy="1213148"/>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347975">
            <a:spAutoFit/>
          </a:bodyPr>
          <a:lstStyle/>
          <a:p>
            <a:pPr indent="0" lvl="0" marL="0" marR="20955" rtl="0" algn="ctr">
              <a:lnSpc>
                <a:spcPct val="100000"/>
              </a:lnSpc>
              <a:spcBef>
                <a:spcPts val="0"/>
              </a:spcBef>
              <a:spcAft>
                <a:spcPts val="0"/>
              </a:spcAft>
              <a:buClr>
                <a:srgbClr val="000000"/>
              </a:buClr>
              <a:buSzPts val="2800"/>
              <a:buFont typeface="Arial"/>
              <a:buNone/>
            </a:pPr>
            <a:r>
              <a:rPr b="1" i="0" lang="en-US" sz="2800" u="none" cap="none" strike="noStrike">
                <a:solidFill>
                  <a:srgbClr val="252525"/>
                </a:solidFill>
                <a:latin typeface="Times New Roman"/>
                <a:ea typeface="Times New Roman"/>
                <a:cs typeface="Times New Roman"/>
                <a:sym typeface="Times New Roman"/>
              </a:rPr>
              <a:t>TERIMAKASIH</a:t>
            </a:r>
            <a:endParaRPr/>
          </a:p>
          <a:p>
            <a:pPr indent="0" lvl="0" marL="0" marR="20955" rtl="0" algn="ctr">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p:txBody>
      </p:sp>
      <p:sp>
        <p:nvSpPr>
          <p:cNvPr id="110" name="Google Shape;110;p11"/>
          <p:cNvSpPr txBox="1"/>
          <p:nvPr/>
        </p:nvSpPr>
        <p:spPr>
          <a:xfrm>
            <a:off x="2109750" y="2387718"/>
            <a:ext cx="7972500" cy="3372300"/>
          </a:xfrm>
          <a:prstGeom prst="rect">
            <a:avLst/>
          </a:prstGeom>
          <a:noFill/>
          <a:ln>
            <a:noFill/>
          </a:ln>
        </p:spPr>
        <p:txBody>
          <a:bodyPr anchorCtr="0" anchor="t" bIns="0" lIns="0" spcFirstLastPara="1" rIns="0" wrap="square" tIns="138425">
            <a:spAutoFit/>
          </a:bodyPr>
          <a:lstStyle/>
          <a:p>
            <a:pPr indent="0" lvl="0" marL="0" marR="0" rtl="0" algn="ctr">
              <a:lnSpc>
                <a:spcPct val="100000"/>
              </a:lnSpc>
              <a:spcBef>
                <a:spcPts val="0"/>
              </a:spcBef>
              <a:spcAft>
                <a:spcPts val="0"/>
              </a:spcAft>
              <a:buClr>
                <a:srgbClr val="000000"/>
              </a:buClr>
              <a:buSzPts val="3700"/>
              <a:buFont typeface="Arial"/>
              <a:buNone/>
            </a:pPr>
            <a:r>
              <a:rPr b="0" i="0" lang="en-US" sz="3700" u="none" cap="none" strike="noStrike">
                <a:solidFill>
                  <a:srgbClr val="252525"/>
                </a:solidFill>
                <a:latin typeface="Times New Roman"/>
                <a:ea typeface="Times New Roman"/>
                <a:cs typeface="Times New Roman"/>
                <a:sym typeface="Times New Roman"/>
              </a:rPr>
              <a:t>LOKASI  DAN </a:t>
            </a:r>
            <a:r>
              <a:rPr lang="en-US" sz="3700">
                <a:solidFill>
                  <a:srgbClr val="252525"/>
                </a:solidFill>
                <a:latin typeface="Times New Roman"/>
                <a:ea typeface="Times New Roman"/>
                <a:cs typeface="Times New Roman"/>
                <a:sym typeface="Times New Roman"/>
              </a:rPr>
              <a:t>TANGGAL</a:t>
            </a:r>
            <a:r>
              <a:rPr b="0" i="0" lang="en-US" sz="3700" u="none" cap="none" strike="noStrike">
                <a:solidFill>
                  <a:srgbClr val="252525"/>
                </a:solidFill>
                <a:latin typeface="Times New Roman"/>
                <a:ea typeface="Times New Roman"/>
                <a:cs typeface="Times New Roman"/>
                <a:sym typeface="Times New Roman"/>
              </a:rPr>
              <a:t> PERTANDINGAN :</a:t>
            </a:r>
            <a:endParaRPr b="0" i="0" sz="37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000"/>
              </a:spcBef>
              <a:spcAft>
                <a:spcPts val="0"/>
              </a:spcAft>
              <a:buNone/>
            </a:pPr>
            <a:r>
              <a:t/>
            </a:r>
            <a:endParaRPr b="1" sz="3700">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i="0" lang="en-US" sz="3700" u="none" cap="none" strike="noStrike">
                <a:solidFill>
                  <a:srgbClr val="252525"/>
                </a:solidFill>
                <a:latin typeface="Times New Roman"/>
                <a:ea typeface="Times New Roman"/>
                <a:cs typeface="Times New Roman"/>
                <a:sym typeface="Times New Roman"/>
              </a:rPr>
              <a:t>GRAHA YOWANA SUCI</a:t>
            </a:r>
            <a:endParaRPr b="1"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lang="en-US" sz="3700">
                <a:solidFill>
                  <a:srgbClr val="252525"/>
                </a:solidFill>
                <a:latin typeface="Times New Roman"/>
                <a:ea typeface="Times New Roman"/>
                <a:cs typeface="Times New Roman"/>
                <a:sym typeface="Times New Roman"/>
              </a:rPr>
              <a:t>26 - 28 MARET 2026</a:t>
            </a:r>
            <a:endParaRPr b="1" sz="3700">
              <a:solidFill>
                <a:srgbClr val="252525"/>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2025-02-20T00:19:07Z</dcterms:created>
  <dc:creator>USER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2023-12-01T00:00:00Z</vt:filetime>
  </property>
  <property fmtid="{D5CDD505-2E9C-101B-9397-08002B2CF9AE}" pid="3" name="Creator">
    <vt:lpwstr>Microsoft® PowerPoint® 2019</vt:lpwstr>
  </property>
  <property fmtid="{D5CDD505-2E9C-101B-9397-08002B2CF9AE}" pid="4" name="LastSaved">
    <vt:filetime>2025-02-20T00:00:00Z</vt:filetime>
  </property>
  <property fmtid="{D5CDD505-2E9C-101B-9397-08002B2CF9AE}" pid="5" name="Producer">
    <vt:lpwstr>Microsoft® PowerPoint® 2019</vt:lpwstr>
  </property>
</Properties>
</file>