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46">
          <p15:clr>
            <a:srgbClr val="A4A3A4"/>
          </p15:clr>
        </p15:guide>
        <p15:guide id="2" pos="2160">
          <p15:clr>
            <a:srgbClr val="A4A3A4"/>
          </p15:clr>
        </p15:guide>
      </p15:sldGuideLst>
    </p:ext>
    <p:ext uri="GoogleSlidesCustomDataVersion2">
      <go:slidesCustomData xmlns:go="http://customooxmlschemas.google.com/" r:id="rId15" roundtripDataSignature="AMtx7miRnrH3U4G+dwDRb7/RLvXPlYcR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46"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1"/>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1"/>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12"/>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3"/>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4"/>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p:nvPr/>
        </p:nvSpPr>
        <p:spPr>
          <a:xfrm>
            <a:off x="0" y="0"/>
            <a:ext cx="12192000" cy="6858000"/>
          </a:xfrm>
          <a:custGeom>
            <a:rect b="b" l="l" r="r" t="t"/>
            <a:pathLst>
              <a:path extrusionOk="0" h="6858000" w="12192000">
                <a:moveTo>
                  <a:pt x="12192000" y="6858000"/>
                </a:moveTo>
                <a:lnTo>
                  <a:pt x="0" y="6858000"/>
                </a:lnTo>
                <a:lnTo>
                  <a:pt x="0" y="0"/>
                </a:lnTo>
                <a:lnTo>
                  <a:pt x="12192000" y="0"/>
                </a:lnTo>
                <a:lnTo>
                  <a:pt x="12192000" y="6858000"/>
                </a:lnTo>
                <a:close/>
              </a:path>
            </a:pathLst>
          </a:custGeom>
          <a:solidFill>
            <a:srgbClr val="F1F1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0"/>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rgbClr val="252525"/>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0"/>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rgbClr val="252525"/>
                </a:solidFill>
                <a:latin typeface="Trebuchet MS"/>
                <a:ea typeface="Trebuchet MS"/>
                <a:cs typeface="Trebuchet MS"/>
                <a:sym typeface="Trebuchet M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1"/>
          <p:cNvGrpSpPr/>
          <p:nvPr/>
        </p:nvGrpSpPr>
        <p:grpSpPr>
          <a:xfrm>
            <a:off x="2428494" y="2367699"/>
            <a:ext cx="7335520" cy="1153795"/>
            <a:chOff x="2428494" y="2367699"/>
            <a:chExt cx="7335520" cy="1153795"/>
          </a:xfrm>
        </p:grpSpPr>
        <p:sp>
          <p:nvSpPr>
            <p:cNvPr id="45" name="Google Shape;45;p1"/>
            <p:cNvSpPr/>
            <p:nvPr/>
          </p:nvSpPr>
          <p:spPr>
            <a:xfrm>
              <a:off x="2447544" y="2386583"/>
              <a:ext cx="7297420" cy="1115695"/>
            </a:xfrm>
            <a:custGeom>
              <a:rect b="b" l="l" r="r" t="t"/>
              <a:pathLst>
                <a:path extrusionOk="0" h="1115695" w="7297420">
                  <a:moveTo>
                    <a:pt x="7296911" y="1115568"/>
                  </a:moveTo>
                  <a:lnTo>
                    <a:pt x="0" y="1115568"/>
                  </a:lnTo>
                  <a:lnTo>
                    <a:pt x="0" y="0"/>
                  </a:lnTo>
                  <a:lnTo>
                    <a:pt x="7296911" y="0"/>
                  </a:lnTo>
                  <a:lnTo>
                    <a:pt x="7296911" y="111556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
            <p:cNvSpPr/>
            <p:nvPr/>
          </p:nvSpPr>
          <p:spPr>
            <a:xfrm>
              <a:off x="2428494" y="2367699"/>
              <a:ext cx="7335520" cy="1153795"/>
            </a:xfrm>
            <a:custGeom>
              <a:rect b="b" l="l" r="r" t="t"/>
              <a:pathLst>
                <a:path extrusionOk="0" h="1153795" w="7335520">
                  <a:moveTo>
                    <a:pt x="7315961" y="1153502"/>
                  </a:moveTo>
                  <a:lnTo>
                    <a:pt x="19050" y="1153502"/>
                  </a:lnTo>
                  <a:lnTo>
                    <a:pt x="15735" y="1153210"/>
                  </a:lnTo>
                  <a:lnTo>
                    <a:pt x="0" y="1134452"/>
                  </a:lnTo>
                  <a:lnTo>
                    <a:pt x="0" y="19050"/>
                  </a:lnTo>
                  <a:lnTo>
                    <a:pt x="19050" y="0"/>
                  </a:lnTo>
                  <a:lnTo>
                    <a:pt x="7315961" y="0"/>
                  </a:lnTo>
                  <a:lnTo>
                    <a:pt x="7335011" y="19050"/>
                  </a:lnTo>
                  <a:lnTo>
                    <a:pt x="38100" y="19050"/>
                  </a:lnTo>
                  <a:lnTo>
                    <a:pt x="19050" y="38100"/>
                  </a:lnTo>
                  <a:lnTo>
                    <a:pt x="38100" y="38100"/>
                  </a:lnTo>
                  <a:lnTo>
                    <a:pt x="38100" y="1115402"/>
                  </a:lnTo>
                  <a:lnTo>
                    <a:pt x="19050" y="1115402"/>
                  </a:lnTo>
                  <a:lnTo>
                    <a:pt x="38100" y="1134452"/>
                  </a:lnTo>
                  <a:lnTo>
                    <a:pt x="7335011" y="1134452"/>
                  </a:lnTo>
                  <a:lnTo>
                    <a:pt x="7334719" y="1137754"/>
                  </a:lnTo>
                  <a:lnTo>
                    <a:pt x="7319263" y="1153210"/>
                  </a:lnTo>
                  <a:lnTo>
                    <a:pt x="7315961" y="1153502"/>
                  </a:lnTo>
                  <a:close/>
                </a:path>
                <a:path extrusionOk="0" h="1153795" w="7335520">
                  <a:moveTo>
                    <a:pt x="38100" y="38100"/>
                  </a:moveTo>
                  <a:lnTo>
                    <a:pt x="19050" y="38100"/>
                  </a:lnTo>
                  <a:lnTo>
                    <a:pt x="38100" y="19050"/>
                  </a:lnTo>
                  <a:lnTo>
                    <a:pt x="38100" y="38100"/>
                  </a:lnTo>
                  <a:close/>
                </a:path>
                <a:path extrusionOk="0" h="1153795" w="7335520">
                  <a:moveTo>
                    <a:pt x="7296911" y="38100"/>
                  </a:moveTo>
                  <a:lnTo>
                    <a:pt x="38100" y="38100"/>
                  </a:lnTo>
                  <a:lnTo>
                    <a:pt x="38100" y="19050"/>
                  </a:lnTo>
                  <a:lnTo>
                    <a:pt x="7296911" y="19050"/>
                  </a:lnTo>
                  <a:lnTo>
                    <a:pt x="7296911" y="38100"/>
                  </a:lnTo>
                  <a:close/>
                </a:path>
                <a:path extrusionOk="0" h="1153795" w="7335520">
                  <a:moveTo>
                    <a:pt x="7296911" y="1134452"/>
                  </a:moveTo>
                  <a:lnTo>
                    <a:pt x="7296911" y="19050"/>
                  </a:lnTo>
                  <a:lnTo>
                    <a:pt x="7315961" y="38100"/>
                  </a:lnTo>
                  <a:lnTo>
                    <a:pt x="7335011" y="38100"/>
                  </a:lnTo>
                  <a:lnTo>
                    <a:pt x="7335011" y="1115402"/>
                  </a:lnTo>
                  <a:lnTo>
                    <a:pt x="7315961" y="1115402"/>
                  </a:lnTo>
                  <a:lnTo>
                    <a:pt x="7296911" y="1134452"/>
                  </a:lnTo>
                  <a:close/>
                </a:path>
                <a:path extrusionOk="0" h="1153795" w="7335520">
                  <a:moveTo>
                    <a:pt x="7335011" y="38100"/>
                  </a:moveTo>
                  <a:lnTo>
                    <a:pt x="7315961" y="38100"/>
                  </a:lnTo>
                  <a:lnTo>
                    <a:pt x="7296911" y="19050"/>
                  </a:lnTo>
                  <a:lnTo>
                    <a:pt x="7335011" y="19050"/>
                  </a:lnTo>
                  <a:lnTo>
                    <a:pt x="7335011" y="38100"/>
                  </a:lnTo>
                  <a:close/>
                </a:path>
                <a:path extrusionOk="0" h="1153795" w="7335520">
                  <a:moveTo>
                    <a:pt x="38100" y="1134452"/>
                  </a:moveTo>
                  <a:lnTo>
                    <a:pt x="19050" y="1115402"/>
                  </a:lnTo>
                  <a:lnTo>
                    <a:pt x="38100" y="1115402"/>
                  </a:lnTo>
                  <a:lnTo>
                    <a:pt x="38100" y="1134452"/>
                  </a:lnTo>
                  <a:close/>
                </a:path>
                <a:path extrusionOk="0" h="1153795" w="7335520">
                  <a:moveTo>
                    <a:pt x="7296911" y="1134452"/>
                  </a:moveTo>
                  <a:lnTo>
                    <a:pt x="38100" y="1134452"/>
                  </a:lnTo>
                  <a:lnTo>
                    <a:pt x="38100" y="1115402"/>
                  </a:lnTo>
                  <a:lnTo>
                    <a:pt x="7296911" y="1115402"/>
                  </a:lnTo>
                  <a:lnTo>
                    <a:pt x="7296911" y="1134452"/>
                  </a:lnTo>
                  <a:close/>
                </a:path>
                <a:path extrusionOk="0" h="1153795" w="7335520">
                  <a:moveTo>
                    <a:pt x="7335011" y="1134452"/>
                  </a:moveTo>
                  <a:lnTo>
                    <a:pt x="7296911" y="1134452"/>
                  </a:lnTo>
                  <a:lnTo>
                    <a:pt x="7315961" y="1115402"/>
                  </a:lnTo>
                  <a:lnTo>
                    <a:pt x="7335011" y="1115402"/>
                  </a:lnTo>
                  <a:lnTo>
                    <a:pt x="7335011" y="113445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 name="Google Shape;47;p1"/>
          <p:cNvSpPr txBox="1"/>
          <p:nvPr>
            <p:ph type="title"/>
          </p:nvPr>
        </p:nvSpPr>
        <p:spPr>
          <a:xfrm>
            <a:off x="2447544" y="2386583"/>
            <a:ext cx="7297420" cy="1115695"/>
          </a:xfrm>
          <a:prstGeom prst="rect">
            <a:avLst/>
          </a:prstGeom>
          <a:noFill/>
          <a:ln>
            <a:noFill/>
          </a:ln>
        </p:spPr>
        <p:txBody>
          <a:bodyPr anchorCtr="0" anchor="t" bIns="0" lIns="0" spcFirstLastPara="1" rIns="0" wrap="square" tIns="184775">
            <a:spAutoFit/>
          </a:bodyPr>
          <a:lstStyle/>
          <a:p>
            <a:pPr indent="0" lvl="0" marL="0" rtl="0" algn="ctr">
              <a:lnSpc>
                <a:spcPct val="100000"/>
              </a:lnSpc>
              <a:spcBef>
                <a:spcPts val="0"/>
              </a:spcBef>
              <a:spcAft>
                <a:spcPts val="0"/>
              </a:spcAft>
              <a:buNone/>
            </a:pPr>
            <a:r>
              <a:rPr lang="en-US" sz="3800"/>
              <a:t>PERATURAN</a:t>
            </a:r>
            <a:endParaRPr sz="3800"/>
          </a:p>
        </p:txBody>
      </p:sp>
      <p:sp>
        <p:nvSpPr>
          <p:cNvPr id="48" name="Google Shape;48;p1"/>
          <p:cNvSpPr txBox="1"/>
          <p:nvPr/>
        </p:nvSpPr>
        <p:spPr>
          <a:xfrm>
            <a:off x="3185160" y="3733800"/>
            <a:ext cx="5735955" cy="1132205"/>
          </a:xfrm>
          <a:prstGeom prst="rect">
            <a:avLst/>
          </a:prstGeom>
          <a:noFill/>
          <a:ln>
            <a:noFill/>
          </a:ln>
        </p:spPr>
        <p:txBody>
          <a:bodyPr anchorCtr="0" anchor="t" bIns="0" lIns="0" spcFirstLastPara="1" rIns="0" wrap="square" tIns="12700">
            <a:spAutoFit/>
          </a:bodyPr>
          <a:lstStyle/>
          <a:p>
            <a:pPr indent="-842645" lvl="0" marL="855345" marR="5080" rtl="0" algn="ctr">
              <a:lnSpc>
                <a:spcPct val="130000"/>
              </a:lnSpc>
              <a:spcBef>
                <a:spcPts val="0"/>
              </a:spcBef>
              <a:spcAft>
                <a:spcPts val="0"/>
              </a:spcAft>
              <a:buNone/>
            </a:pPr>
            <a:r>
              <a:rPr b="1" lang="en-US" sz="2800">
                <a:solidFill>
                  <a:srgbClr val="3E3E3E"/>
                </a:solidFill>
                <a:latin typeface="Trebuchet MS"/>
                <a:ea typeface="Trebuchet MS"/>
                <a:cs typeface="Trebuchet MS"/>
                <a:sym typeface="Trebuchet MS"/>
              </a:rPr>
              <a:t>MOBILE LEGENDS BANG-BANG SMA LAKI-LAKI</a:t>
            </a:r>
            <a:endParaRPr b="1" sz="28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grpSp>
        <p:nvGrpSpPr>
          <p:cNvPr id="53" name="Google Shape;53;p2"/>
          <p:cNvGrpSpPr/>
          <p:nvPr/>
        </p:nvGrpSpPr>
        <p:grpSpPr>
          <a:xfrm>
            <a:off x="2231135" y="381126"/>
            <a:ext cx="7761605" cy="1220470"/>
            <a:chOff x="2215260" y="948816"/>
            <a:chExt cx="7761605" cy="1220470"/>
          </a:xfrm>
        </p:grpSpPr>
        <p:sp>
          <p:nvSpPr>
            <p:cNvPr id="54" name="Google Shape;54;p2"/>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2"/>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6" name="Google Shape;56;p2"/>
          <p:cNvSpPr txBox="1"/>
          <p:nvPr>
            <p:ph type="title"/>
          </p:nvPr>
        </p:nvSpPr>
        <p:spPr>
          <a:xfrm>
            <a:off x="3275710" y="53352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57" name="Google Shape;57;p2"/>
          <p:cNvSpPr txBox="1"/>
          <p:nvPr/>
        </p:nvSpPr>
        <p:spPr>
          <a:xfrm>
            <a:off x="1447800" y="1905000"/>
            <a:ext cx="8959850" cy="4161790"/>
          </a:xfrm>
          <a:prstGeom prst="rect">
            <a:avLst/>
          </a:prstGeom>
          <a:noFill/>
          <a:ln>
            <a:noFill/>
          </a:ln>
        </p:spPr>
        <p:txBody>
          <a:bodyPr anchorCtr="0" anchor="t" bIns="0" lIns="0" spcFirstLastPara="1" rIns="0" wrap="square" tIns="28575">
            <a:spAutoFit/>
          </a:bodyPr>
          <a:lstStyle/>
          <a:p>
            <a:pPr indent="-342900" lvl="0" marL="355600" marR="5080" rtl="0" algn="just">
              <a:lnSpc>
                <a:spcPct val="95000"/>
              </a:lnSpc>
              <a:spcBef>
                <a:spcPts val="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Dilarang menggunakan program pihak ketiga atau program ilegal yang dapat mengganggu proses berjalannya turnamen.</a:t>
            </a:r>
            <a:endParaRPr sz="2000">
              <a:latin typeface="Trebuchet MS"/>
              <a:ea typeface="Trebuchet MS"/>
              <a:cs typeface="Trebuchet MS"/>
              <a:sym typeface="Trebuchet MS"/>
            </a:endParaRPr>
          </a:p>
          <a:p>
            <a:pPr indent="-342900" lvl="0" marL="355600" marR="5080" rtl="0" algn="just">
              <a:lnSpc>
                <a:spcPct val="95000"/>
              </a:lnSpc>
              <a:spcBef>
                <a:spcPts val="99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Peserta wajib sudah berada di area pertandingan 30 menit sebelum bertanding</a:t>
            </a:r>
            <a:endParaRPr sz="2000">
              <a:latin typeface="Trebuchet MS"/>
              <a:ea typeface="Trebuchet MS"/>
              <a:cs typeface="Trebuchet MS"/>
              <a:sym typeface="Trebuchet MS"/>
            </a:endParaRPr>
          </a:p>
          <a:p>
            <a:pPr indent="-342900" lvl="0" marL="355600" marR="5080" rtl="0" algn="just">
              <a:lnSpc>
                <a:spcPct val="95000"/>
              </a:lnSpc>
              <a:spcBef>
                <a:spcPts val="101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Tidak ada toleransi keterlambatan, jika satu tim terdapat pemain yang tidak hadir maka pertandingan tetap dilanjutkan dengan sisa pemain yang ada di lokasi pertandingan.</a:t>
            </a:r>
            <a:endParaRPr sz="2000">
              <a:latin typeface="Trebuchet MS"/>
              <a:ea typeface="Trebuchet MS"/>
              <a:cs typeface="Trebuchet MS"/>
              <a:sym typeface="Trebuchet MS"/>
            </a:endParaRPr>
          </a:p>
          <a:p>
            <a:pPr indent="-342900" lvl="0" marL="355600" marR="5080" rtl="0" algn="just">
              <a:lnSpc>
                <a:spcPct val="95000"/>
              </a:lnSpc>
              <a:spcBef>
                <a:spcPts val="186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Segala bentuk kelalaian yang disebabkan oleh peserta adalah di luar tanggung jawab panitia. Contoh: Error device, koneksi internet dan lainnya.</a:t>
            </a:r>
            <a:endParaRPr sz="2000">
              <a:latin typeface="Trebuchet MS"/>
              <a:ea typeface="Trebuchet MS"/>
              <a:cs typeface="Trebuchet MS"/>
              <a:sym typeface="Trebuchet MS"/>
            </a:endParaRPr>
          </a:p>
          <a:p>
            <a:pPr indent="-342900" lvl="0" marL="355600" marR="5080" rtl="0" algn="just">
              <a:lnSpc>
                <a:spcPct val="95000"/>
              </a:lnSpc>
              <a:spcBef>
                <a:spcPts val="100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Seluruh peserta tidak diizinkan untuk menggunakan dan memakai bug dengan sengaja.</a:t>
            </a:r>
            <a:endParaRPr sz="2000">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grpSp>
        <p:nvGrpSpPr>
          <p:cNvPr id="62" name="Google Shape;62;p3"/>
          <p:cNvGrpSpPr/>
          <p:nvPr/>
        </p:nvGrpSpPr>
        <p:grpSpPr>
          <a:xfrm>
            <a:off x="2215260" y="948816"/>
            <a:ext cx="7761605" cy="1220470"/>
            <a:chOff x="2215260" y="948816"/>
            <a:chExt cx="7761605" cy="1220470"/>
          </a:xfrm>
        </p:grpSpPr>
        <p:sp>
          <p:nvSpPr>
            <p:cNvPr id="63" name="Google Shape;63;p3"/>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 name="Google Shape;64;p3"/>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5" name="Google Shape;65;p3"/>
          <p:cNvSpPr txBox="1"/>
          <p:nvPr>
            <p:ph type="title"/>
          </p:nvPr>
        </p:nvSpPr>
        <p:spPr>
          <a:xfrm>
            <a:off x="3329685" y="102374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66" name="Google Shape;66;p3"/>
          <p:cNvSpPr txBox="1"/>
          <p:nvPr/>
        </p:nvSpPr>
        <p:spPr>
          <a:xfrm>
            <a:off x="1971040" y="2520950"/>
            <a:ext cx="8013065" cy="3275330"/>
          </a:xfrm>
          <a:prstGeom prst="rect">
            <a:avLst/>
          </a:prstGeom>
          <a:noFill/>
          <a:ln>
            <a:noFill/>
          </a:ln>
        </p:spPr>
        <p:txBody>
          <a:bodyPr anchorCtr="0" anchor="t" bIns="0" lIns="0" spcFirstLastPara="1" rIns="0" wrap="square" tIns="52050">
            <a:noAutofit/>
          </a:bodyPr>
          <a:lstStyle/>
          <a:p>
            <a:pPr indent="-457200" lvl="0" marL="469900" marR="5080" rtl="0" algn="just">
              <a:lnSpc>
                <a:spcPct val="124000"/>
              </a:lnSpc>
              <a:spcBef>
                <a:spcPts val="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Panitia bisa memberikan diskualifikasi kepada peserta selama turnamen sewaktu-waktu jika ada tindakan yang melanggar peraturan dan kelakuan buruk oleh peserta.</a:t>
            </a:r>
            <a:endParaRPr sz="2000">
              <a:latin typeface="Calibri"/>
              <a:ea typeface="Calibri"/>
              <a:cs typeface="Calibri"/>
              <a:sym typeface="Calibri"/>
            </a:endParaRPr>
          </a:p>
          <a:p>
            <a:pPr indent="-457200" lvl="0" marL="469900" rtl="0" algn="just">
              <a:lnSpc>
                <a:spcPct val="124000"/>
              </a:lnSpc>
              <a:spcBef>
                <a:spcPts val="68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Ketua Team diwajibkan bergabung dalam Group Whatsapp.</a:t>
            </a:r>
            <a:endParaRPr sz="2000">
              <a:latin typeface="Calibri"/>
              <a:ea typeface="Calibri"/>
              <a:cs typeface="Calibri"/>
              <a:sym typeface="Calibri"/>
            </a:endParaRPr>
          </a:p>
          <a:p>
            <a:pPr indent="-457200" lvl="0" marL="469900" rtl="0" algn="just">
              <a:lnSpc>
                <a:spcPct val="124000"/>
              </a:lnSpc>
              <a:spcBef>
                <a:spcPts val="70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Peserta diwajibkan untuk berada di sekitar area pertandingan.</a:t>
            </a:r>
            <a:endParaRPr sz="2000">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Setelah menyelesaikan pertandingan, Bagi tim yang menang segera kirim screenshoot hasil pertandingan kepada panitia dengan format ( A VS B, WIN TEAM A )</a:t>
            </a:r>
            <a:endParaRPr sz="2000">
              <a:solidFill>
                <a:srgbClr val="252525"/>
              </a:solidFill>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Hanya menggunakan Smartphone ( tidak boleh menggunakan tablet)</a:t>
            </a:r>
            <a:endParaRPr sz="2000">
              <a:solidFill>
                <a:srgbClr val="25252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4"/>
          <p:cNvGrpSpPr/>
          <p:nvPr/>
        </p:nvGrpSpPr>
        <p:grpSpPr>
          <a:xfrm>
            <a:off x="2215260" y="948816"/>
            <a:ext cx="7761605" cy="1220470"/>
            <a:chOff x="2215260" y="948816"/>
            <a:chExt cx="7761605" cy="1220470"/>
          </a:xfrm>
        </p:grpSpPr>
        <p:sp>
          <p:nvSpPr>
            <p:cNvPr id="72" name="Google Shape;72;p4"/>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4"/>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4" name="Google Shape;74;p4"/>
          <p:cNvSpPr txBox="1"/>
          <p:nvPr>
            <p:ph type="title"/>
          </p:nvPr>
        </p:nvSpPr>
        <p:spPr>
          <a:xfrm>
            <a:off x="3329685" y="1023747"/>
            <a:ext cx="5532628" cy="690245"/>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KETENTUAN PESERTA</a:t>
            </a:r>
            <a:endParaRPr/>
          </a:p>
        </p:txBody>
      </p:sp>
      <p:sp>
        <p:nvSpPr>
          <p:cNvPr id="75" name="Google Shape;75;p4"/>
          <p:cNvSpPr txBox="1"/>
          <p:nvPr/>
        </p:nvSpPr>
        <p:spPr>
          <a:xfrm>
            <a:off x="1932305" y="2514600"/>
            <a:ext cx="8044815" cy="4091305"/>
          </a:xfrm>
          <a:prstGeom prst="rect">
            <a:avLst/>
          </a:prstGeom>
          <a:noFill/>
          <a:ln>
            <a:noFill/>
          </a:ln>
        </p:spPr>
        <p:txBody>
          <a:bodyPr anchorCtr="0" anchor="t" bIns="45700" lIns="91425" spcFirstLastPara="1" rIns="91425" wrap="square" tIns="45700">
            <a:noAutofit/>
          </a:bodyPr>
          <a:lstStyle/>
          <a:p>
            <a:pPr indent="-457200" lvl="0" marL="469900" rtl="0" algn="just">
              <a:lnSpc>
                <a:spcPct val="100000"/>
              </a:lnSpc>
              <a:spcBef>
                <a:spcPts val="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Komposisi pemain dalam satu tim wajib satu sekolah yang sama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merupakan siswa aktif di sekolahnya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menggunakan pakaian idenditas sekolah/jersey sekolah (seragam 1 tim)</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membawa penanda identitas diri yaitu surat keterangan, rapor, kartu pelajar (wajib dibawa semua)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Setiap Pemain hanya bisa bermain di satu tim</a:t>
            </a:r>
            <a:endParaRPr sz="2000">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diwajibkan membawa cuk roll sendiri</a:t>
            </a:r>
            <a:endParaRPr sz="2000">
              <a:latin typeface="Calibri"/>
              <a:ea typeface="Calibri"/>
              <a:cs typeface="Calibri"/>
              <a:sym typeface="Calibri"/>
            </a:endParaRPr>
          </a:p>
          <a:p>
            <a:pPr indent="-355600" lvl="0" marL="457200" marR="653415" rtl="0" algn="l">
              <a:lnSpc>
                <a:spcPct val="150000"/>
              </a:lnSpc>
              <a:spcBef>
                <a:spcPts val="1200"/>
              </a:spcBef>
              <a:spcAft>
                <a:spcPts val="0"/>
              </a:spcAft>
              <a:buSzPts val="2000"/>
              <a:buFont typeface="Calibri"/>
              <a:buAutoNum type="arabicPeriod"/>
            </a:pPr>
            <a:r>
              <a:rPr lang="en-US" sz="2000">
                <a:solidFill>
                  <a:schemeClr val="dk1"/>
                </a:solidFill>
                <a:latin typeface="Times New Roman"/>
                <a:ea typeface="Times New Roman"/>
                <a:cs typeface="Times New Roman"/>
                <a:sym typeface="Times New Roman"/>
              </a:rPr>
              <a:t>Koneksi internet ditanggung oleh peserta</a:t>
            </a:r>
            <a:endParaRPr sz="2000">
              <a:latin typeface="Calibri"/>
              <a:ea typeface="Calibri"/>
              <a:cs typeface="Calibri"/>
              <a:sym typeface="Calibri"/>
            </a:endParaRPr>
          </a:p>
          <a:p>
            <a:pPr indent="-330200" lvl="0" marL="469900" rtl="0" algn="just">
              <a:lnSpc>
                <a:spcPct val="100000"/>
              </a:lnSpc>
              <a:spcBef>
                <a:spcPts val="700"/>
              </a:spcBef>
              <a:spcAft>
                <a:spcPts val="0"/>
              </a:spcAft>
              <a:buClr>
                <a:srgbClr val="9BAEB5"/>
              </a:buClr>
              <a:buSzPts val="2000"/>
              <a:buFont typeface="Calibri"/>
              <a:buNone/>
            </a:pPr>
            <a:r>
              <a:t/>
            </a:r>
            <a:endParaRPr sz="2000">
              <a:solidFill>
                <a:srgbClr val="25252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grpSp>
        <p:nvGrpSpPr>
          <p:cNvPr id="80" name="Google Shape;80;p5"/>
          <p:cNvGrpSpPr/>
          <p:nvPr/>
        </p:nvGrpSpPr>
        <p:grpSpPr>
          <a:xfrm>
            <a:off x="2215260" y="948816"/>
            <a:ext cx="7761605" cy="1220470"/>
            <a:chOff x="2215260" y="948816"/>
            <a:chExt cx="7761605" cy="1220470"/>
          </a:xfrm>
        </p:grpSpPr>
        <p:sp>
          <p:nvSpPr>
            <p:cNvPr id="81" name="Google Shape;81;p5"/>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5"/>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3" name="Google Shape;83;p5"/>
          <p:cNvSpPr txBox="1"/>
          <p:nvPr>
            <p:ph type="title"/>
          </p:nvPr>
        </p:nvSpPr>
        <p:spPr>
          <a:xfrm>
            <a:off x="3168650" y="1143000"/>
            <a:ext cx="5854065" cy="713105"/>
          </a:xfrm>
          <a:prstGeom prst="rect">
            <a:avLst/>
          </a:prstGeom>
          <a:noFill/>
          <a:ln>
            <a:noFill/>
          </a:ln>
        </p:spPr>
        <p:txBody>
          <a:bodyPr anchorCtr="0" anchor="t" bIns="0" lIns="0" spcFirstLastPara="1" rIns="0" wrap="square" tIns="221600">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84" name="Google Shape;84;p5"/>
          <p:cNvSpPr txBox="1"/>
          <p:nvPr/>
        </p:nvSpPr>
        <p:spPr>
          <a:xfrm>
            <a:off x="1581071" y="2141111"/>
            <a:ext cx="9154200" cy="4626600"/>
          </a:xfrm>
          <a:prstGeom prst="rect">
            <a:avLst/>
          </a:prstGeom>
          <a:noFill/>
          <a:ln>
            <a:noFill/>
          </a:ln>
        </p:spPr>
        <p:txBody>
          <a:bodyPr anchorCtr="0" anchor="t" bIns="0" lIns="0" spcFirstLastPara="1" rIns="0" wrap="square" tIns="45075">
            <a:spAutoFit/>
          </a:bodyPr>
          <a:lstStyle/>
          <a:p>
            <a:pPr indent="-342900" lvl="0" marL="355600" marR="5080" rtl="0" algn="just">
              <a:lnSpc>
                <a:spcPct val="100000"/>
              </a:lnSpc>
              <a:spcBef>
                <a:spcPts val="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peserta bermain dengan pemain yang tidak sesuai dengan yang didaftarkan tanpa konfirmasi ke panitia, maka peserta bisa didiskualifikasi.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melewati waktu keterlambatan maka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ketahuan menggunakan bug dan program ilegal secara sengaja oleh pihak panitia maka peserta tersebut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Panitia berhak mendiskualifikasi pemain yang bertindak kasar atau tidak sopan terhadap sesama player atau panitia.</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Pelanggaran Format Turnamen dan/atau berkata kasar akan diberikan 3x peringatan atau diskualifikasi secara langsung.</a:t>
            </a:r>
            <a:endParaRPr sz="1800">
              <a:latin typeface="Trebuchet MS"/>
              <a:ea typeface="Trebuchet MS"/>
              <a:cs typeface="Trebuchet MS"/>
              <a:sym typeface="Trebuchet MS"/>
            </a:endParaRPr>
          </a:p>
          <a:p>
            <a:pPr indent="-342900" lvl="0" marL="355600" marR="5080" rtl="0" algn="just">
              <a:lnSpc>
                <a:spcPct val="100000"/>
              </a:lnSpc>
              <a:spcBef>
                <a:spcPts val="181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Pada saat pertandingan dimulai, hanya ada pemain pada meja pemain. Untuk coach di perbolehkan hingga draft pick selesai.</a:t>
            </a:r>
            <a:endParaRPr sz="1800">
              <a:solidFill>
                <a:srgbClr val="252525"/>
              </a:solidFill>
              <a:latin typeface="Trebuchet MS"/>
              <a:ea typeface="Trebuchet MS"/>
              <a:cs typeface="Trebuchet MS"/>
              <a:sym typeface="Trebuchet MS"/>
            </a:endParaRPr>
          </a:p>
          <a:p>
            <a:pPr indent="-342900" lvl="0" marL="457200" marR="5080" rtl="0" algn="just">
              <a:spcBef>
                <a:spcPts val="1815"/>
              </a:spcBef>
              <a:spcAft>
                <a:spcPts val="0"/>
              </a:spcAft>
              <a:buClr>
                <a:srgbClr val="252525"/>
              </a:buClr>
              <a:buSzPts val="1800"/>
              <a:buFont typeface="Trebuchet MS"/>
              <a:buAutoNum type="arabicPeriod"/>
            </a:pPr>
            <a:r>
              <a:rPr lang="en-US" sz="1800">
                <a:solidFill>
                  <a:srgbClr val="252525"/>
                </a:solidFill>
                <a:latin typeface="Trebuchet MS"/>
                <a:ea typeface="Trebuchet MS"/>
                <a:cs typeface="Trebuchet MS"/>
                <a:sym typeface="Trebuchet MS"/>
              </a:rPr>
              <a:t>Dilarang keras menggunakan joki. jika ketahuan menggunakan joki maka dari pihak panitia melakukan WO ditempat</a:t>
            </a:r>
            <a:endParaRPr sz="1800">
              <a:solidFill>
                <a:srgbClr val="252525"/>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6"/>
          <p:cNvGrpSpPr/>
          <p:nvPr/>
        </p:nvGrpSpPr>
        <p:grpSpPr>
          <a:xfrm>
            <a:off x="2215260" y="948816"/>
            <a:ext cx="7761605" cy="958850"/>
            <a:chOff x="2215260" y="948816"/>
            <a:chExt cx="7761605" cy="958850"/>
          </a:xfrm>
        </p:grpSpPr>
        <p:sp>
          <p:nvSpPr>
            <p:cNvPr id="90" name="Google Shape;90;p6"/>
            <p:cNvSpPr/>
            <p:nvPr/>
          </p:nvSpPr>
          <p:spPr>
            <a:xfrm>
              <a:off x="2231135" y="964691"/>
              <a:ext cx="7729855" cy="927100"/>
            </a:xfrm>
            <a:custGeom>
              <a:rect b="b" l="l" r="r" t="t"/>
              <a:pathLst>
                <a:path extrusionOk="0" h="927100" w="7729855">
                  <a:moveTo>
                    <a:pt x="7729727" y="926592"/>
                  </a:moveTo>
                  <a:lnTo>
                    <a:pt x="0" y="926592"/>
                  </a:lnTo>
                  <a:lnTo>
                    <a:pt x="0" y="0"/>
                  </a:lnTo>
                  <a:lnTo>
                    <a:pt x="7729727" y="0"/>
                  </a:lnTo>
                  <a:lnTo>
                    <a:pt x="7729727" y="92659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 name="Google Shape;91;p6"/>
            <p:cNvSpPr/>
            <p:nvPr/>
          </p:nvSpPr>
          <p:spPr>
            <a:xfrm>
              <a:off x="2215260" y="948816"/>
              <a:ext cx="7761605" cy="958850"/>
            </a:xfrm>
            <a:custGeom>
              <a:rect b="b" l="l" r="r" t="t"/>
              <a:pathLst>
                <a:path extrusionOk="0" h="958850" w="7761605">
                  <a:moveTo>
                    <a:pt x="7761478" y="958342"/>
                  </a:moveTo>
                  <a:lnTo>
                    <a:pt x="0" y="958342"/>
                  </a:lnTo>
                  <a:lnTo>
                    <a:pt x="0" y="0"/>
                  </a:lnTo>
                  <a:lnTo>
                    <a:pt x="7761478" y="0"/>
                  </a:lnTo>
                  <a:lnTo>
                    <a:pt x="7761478" y="15875"/>
                  </a:lnTo>
                  <a:lnTo>
                    <a:pt x="31750" y="15875"/>
                  </a:lnTo>
                  <a:lnTo>
                    <a:pt x="15875" y="31750"/>
                  </a:lnTo>
                  <a:lnTo>
                    <a:pt x="31750" y="31750"/>
                  </a:lnTo>
                  <a:lnTo>
                    <a:pt x="31750" y="926592"/>
                  </a:lnTo>
                  <a:lnTo>
                    <a:pt x="15875" y="926592"/>
                  </a:lnTo>
                  <a:lnTo>
                    <a:pt x="31750" y="942467"/>
                  </a:lnTo>
                  <a:lnTo>
                    <a:pt x="7761478" y="942467"/>
                  </a:lnTo>
                  <a:lnTo>
                    <a:pt x="7761478" y="958342"/>
                  </a:lnTo>
                  <a:close/>
                </a:path>
                <a:path extrusionOk="0" h="958850" w="7761605">
                  <a:moveTo>
                    <a:pt x="31750" y="31750"/>
                  </a:moveTo>
                  <a:lnTo>
                    <a:pt x="15875" y="31750"/>
                  </a:lnTo>
                  <a:lnTo>
                    <a:pt x="31750" y="15875"/>
                  </a:lnTo>
                  <a:lnTo>
                    <a:pt x="31750" y="31750"/>
                  </a:lnTo>
                  <a:close/>
                </a:path>
                <a:path extrusionOk="0" h="958850" w="7761605">
                  <a:moveTo>
                    <a:pt x="7729728" y="31750"/>
                  </a:moveTo>
                  <a:lnTo>
                    <a:pt x="31750" y="31750"/>
                  </a:lnTo>
                  <a:lnTo>
                    <a:pt x="31750" y="15875"/>
                  </a:lnTo>
                  <a:lnTo>
                    <a:pt x="7729728" y="15875"/>
                  </a:lnTo>
                  <a:lnTo>
                    <a:pt x="7729728" y="31750"/>
                  </a:lnTo>
                  <a:close/>
                </a:path>
                <a:path extrusionOk="0" h="958850" w="7761605">
                  <a:moveTo>
                    <a:pt x="7729728" y="942467"/>
                  </a:moveTo>
                  <a:lnTo>
                    <a:pt x="7729728" y="15875"/>
                  </a:lnTo>
                  <a:lnTo>
                    <a:pt x="7745603" y="31750"/>
                  </a:lnTo>
                  <a:lnTo>
                    <a:pt x="7761478" y="31750"/>
                  </a:lnTo>
                  <a:lnTo>
                    <a:pt x="7761478" y="926591"/>
                  </a:lnTo>
                  <a:lnTo>
                    <a:pt x="7745603" y="926592"/>
                  </a:lnTo>
                  <a:lnTo>
                    <a:pt x="7729728" y="942467"/>
                  </a:lnTo>
                  <a:close/>
                </a:path>
                <a:path extrusionOk="0" h="958850" w="7761605">
                  <a:moveTo>
                    <a:pt x="7761478" y="31750"/>
                  </a:moveTo>
                  <a:lnTo>
                    <a:pt x="7745603" y="31750"/>
                  </a:lnTo>
                  <a:lnTo>
                    <a:pt x="7729728" y="15875"/>
                  </a:lnTo>
                  <a:lnTo>
                    <a:pt x="7761478" y="15875"/>
                  </a:lnTo>
                  <a:lnTo>
                    <a:pt x="7761478" y="31750"/>
                  </a:lnTo>
                  <a:close/>
                </a:path>
                <a:path extrusionOk="0" h="958850" w="7761605">
                  <a:moveTo>
                    <a:pt x="31750" y="942467"/>
                  </a:moveTo>
                  <a:lnTo>
                    <a:pt x="15875" y="926592"/>
                  </a:lnTo>
                  <a:lnTo>
                    <a:pt x="31750" y="926592"/>
                  </a:lnTo>
                  <a:lnTo>
                    <a:pt x="31750" y="942467"/>
                  </a:lnTo>
                  <a:close/>
                </a:path>
                <a:path extrusionOk="0" h="958850" w="7761605">
                  <a:moveTo>
                    <a:pt x="7729728" y="942467"/>
                  </a:moveTo>
                  <a:lnTo>
                    <a:pt x="31750" y="942467"/>
                  </a:lnTo>
                  <a:lnTo>
                    <a:pt x="31750" y="926592"/>
                  </a:lnTo>
                  <a:lnTo>
                    <a:pt x="7729728" y="926592"/>
                  </a:lnTo>
                  <a:lnTo>
                    <a:pt x="7729728" y="942467"/>
                  </a:lnTo>
                  <a:close/>
                </a:path>
                <a:path extrusionOk="0" h="958850" w="7761605">
                  <a:moveTo>
                    <a:pt x="7761478" y="942467"/>
                  </a:moveTo>
                  <a:lnTo>
                    <a:pt x="7729728" y="942467"/>
                  </a:lnTo>
                  <a:lnTo>
                    <a:pt x="7745603" y="926592"/>
                  </a:lnTo>
                  <a:lnTo>
                    <a:pt x="7761478" y="926591"/>
                  </a:lnTo>
                  <a:lnTo>
                    <a:pt x="776147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2" name="Google Shape;92;p6"/>
          <p:cNvSpPr txBox="1"/>
          <p:nvPr>
            <p:ph type="title"/>
          </p:nvPr>
        </p:nvSpPr>
        <p:spPr>
          <a:xfrm>
            <a:off x="3329685" y="1023747"/>
            <a:ext cx="5532628" cy="722629"/>
          </a:xfrm>
          <a:prstGeom prst="rect">
            <a:avLst/>
          </a:prstGeom>
          <a:noFill/>
          <a:ln>
            <a:noFill/>
          </a:ln>
        </p:spPr>
        <p:txBody>
          <a:bodyPr anchorCtr="0" anchor="t" bIns="0" lIns="0" spcFirstLastPara="1" rIns="0" wrap="square" tIns="12050">
            <a:spAutoFit/>
          </a:bodyPr>
          <a:lstStyle/>
          <a:p>
            <a:pPr indent="0" lvl="0" marL="572770" rtl="0" algn="l">
              <a:lnSpc>
                <a:spcPct val="100000"/>
              </a:lnSpc>
              <a:spcBef>
                <a:spcPts val="0"/>
              </a:spcBef>
              <a:spcAft>
                <a:spcPts val="0"/>
              </a:spcAft>
              <a:buNone/>
            </a:pPr>
            <a:r>
              <a:rPr lang="en-US" sz="4000"/>
              <a:t>KLAIM TURNAMEN</a:t>
            </a:r>
            <a:endParaRPr sz="4000"/>
          </a:p>
        </p:txBody>
      </p:sp>
      <p:sp>
        <p:nvSpPr>
          <p:cNvPr id="93" name="Google Shape;93;p6"/>
          <p:cNvSpPr txBox="1"/>
          <p:nvPr/>
        </p:nvSpPr>
        <p:spPr>
          <a:xfrm>
            <a:off x="2309241" y="2285733"/>
            <a:ext cx="7573645" cy="3317240"/>
          </a:xfrm>
          <a:prstGeom prst="rect">
            <a:avLst/>
          </a:prstGeom>
          <a:noFill/>
          <a:ln>
            <a:noFill/>
          </a:ln>
        </p:spPr>
        <p:txBody>
          <a:bodyPr anchorCtr="0" anchor="t" bIns="0" lIns="0" spcFirstLastPara="1" rIns="0" wrap="square" tIns="12700">
            <a:spAutoFit/>
          </a:bodyPr>
          <a:lstStyle/>
          <a:p>
            <a:pPr indent="0" lvl="0" marL="12700" marR="5080" rtl="0" algn="just">
              <a:lnSpc>
                <a:spcPct val="150000"/>
              </a:lnSpc>
              <a:spcBef>
                <a:spcPts val="0"/>
              </a:spcBef>
              <a:spcAft>
                <a:spcPts val="0"/>
              </a:spcAft>
              <a:buNone/>
            </a:pPr>
            <a:r>
              <a:rPr lang="en-US" sz="1800">
                <a:solidFill>
                  <a:srgbClr val="252525"/>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7"/>
          <p:cNvGrpSpPr/>
          <p:nvPr/>
        </p:nvGrpSpPr>
        <p:grpSpPr>
          <a:xfrm>
            <a:off x="2489580" y="617702"/>
            <a:ext cx="7136765" cy="958850"/>
            <a:chOff x="2489580" y="617702"/>
            <a:chExt cx="7136765" cy="958850"/>
          </a:xfrm>
        </p:grpSpPr>
        <p:sp>
          <p:nvSpPr>
            <p:cNvPr id="99" name="Google Shape;99;p7"/>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7"/>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1" name="Google Shape;101;p7"/>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02" name="Google Shape;102;p7"/>
          <p:cNvSpPr txBox="1"/>
          <p:nvPr>
            <p:ph idx="1" type="body"/>
          </p:nvPr>
        </p:nvSpPr>
        <p:spPr>
          <a:xfrm>
            <a:off x="2314067" y="1600199"/>
            <a:ext cx="7563865" cy="198882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Pertandingan full Offline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5 vs 5 draft pick mode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Sistem Knockout ( Single Elimination )</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Best of 1 ( 128 besar sampai 8 besar )</a:t>
            </a:r>
            <a:endParaRPr/>
          </a:p>
          <a:p>
            <a:pPr indent="-331469" lvl="0" marL="354330" rtl="0" algn="l">
              <a:lnSpc>
                <a:spcPct val="100000"/>
              </a:lnSpc>
              <a:spcBef>
                <a:spcPts val="680"/>
              </a:spcBef>
              <a:spcAft>
                <a:spcPts val="0"/>
              </a:spcAft>
              <a:buClr>
                <a:srgbClr val="9BAEB5"/>
              </a:buClr>
              <a:buSzPts val="1860"/>
              <a:buFont typeface="Trebuchet MS"/>
              <a:buAutoNum type="arabicPeriod"/>
            </a:pPr>
            <a:r>
              <a:rPr lang="en-US"/>
              <a:t>Semi Final sampai Final bertanding dengan Best of 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8"/>
          <p:cNvGrpSpPr/>
          <p:nvPr/>
        </p:nvGrpSpPr>
        <p:grpSpPr>
          <a:xfrm>
            <a:off x="2489580" y="617702"/>
            <a:ext cx="7136765" cy="958850"/>
            <a:chOff x="2489580" y="617702"/>
            <a:chExt cx="7136765" cy="958850"/>
          </a:xfrm>
        </p:grpSpPr>
        <p:sp>
          <p:nvSpPr>
            <p:cNvPr id="108" name="Google Shape;108;p8"/>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9" name="Google Shape;109;p8"/>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11" name="Google Shape;111;p8"/>
          <p:cNvSpPr txBox="1"/>
          <p:nvPr>
            <p:ph idx="1" type="body"/>
          </p:nvPr>
        </p:nvSpPr>
        <p:spPr>
          <a:xfrm>
            <a:off x="2314067" y="1600199"/>
            <a:ext cx="7563865" cy="484759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Hero Auto Ban : tidak ada (marcel bisa dipakai)</a:t>
            </a:r>
            <a:endParaRPr/>
          </a:p>
          <a:p>
            <a:pPr indent="-331469" lvl="0" marL="354330" rtl="0" algn="l">
              <a:lnSpc>
                <a:spcPct val="100000"/>
              </a:lnSpc>
              <a:spcBef>
                <a:spcPts val="690"/>
              </a:spcBef>
              <a:spcAft>
                <a:spcPts val="0"/>
              </a:spcAft>
              <a:buClr>
                <a:srgbClr val="9BAEB5"/>
              </a:buClr>
              <a:buSzPts val="1860"/>
              <a:buFont typeface="Trebuchet MS"/>
              <a:buAutoNum type="arabicPeriod"/>
            </a:pPr>
            <a:r>
              <a:rPr lang="en-US"/>
              <a:t>Chat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Radio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Taunting : Yes</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Pause : Yes (pada saat final sampai final)</a:t>
            </a:r>
            <a:endParaRPr/>
          </a:p>
          <a:p>
            <a:pPr indent="-342265" lvl="0" marL="354965" marR="5080" rtl="0" algn="l">
              <a:lnSpc>
                <a:spcPct val="104000"/>
              </a:lnSpc>
              <a:spcBef>
                <a:spcPts val="1020"/>
              </a:spcBef>
              <a:spcAft>
                <a:spcPts val="0"/>
              </a:spcAft>
              <a:buClr>
                <a:srgbClr val="9BAEB5"/>
              </a:buClr>
              <a:buSzPts val="1860"/>
              <a:buFont typeface="Trebuchet MS"/>
              <a:buAutoNum type="arabicPeriod"/>
            </a:pPr>
            <a:r>
              <a:rPr lang="en-US">
                <a:solidFill>
                  <a:srgbClr val="9BAEB5"/>
                </a:solidFill>
              </a:rPr>
              <a:t>	</a:t>
            </a:r>
            <a:r>
              <a:rPr lang="en-US"/>
              <a:t>Maksimal pause adalah 2 kali 2 menit untuk setiap tim per match</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Peserta pada bracket atas menempati first pick ( biru lobby )</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Kualifikasi BAN 6</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Final BAN 10</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b="1" lang="en-US"/>
              <a:t>JIKA PADA ACAK BAGAN, DAN BERTEMU LAWAN DARI SATU SEKOLAH YANG SAMA MAKA TIDAK ADA PENGULANGAN ACAK BAGAN DAN HARUS DITERIMA</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nvSpPr>
        <p:spPr>
          <a:xfrm>
            <a:off x="253431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7" name="Google Shape;117;p9"/>
          <p:cNvSpPr txBox="1"/>
          <p:nvPr/>
        </p:nvSpPr>
        <p:spPr>
          <a:xfrm>
            <a:off x="241292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29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2026-03-13T14:03:25Z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2025-07-06T16:00:00Z</vt:filetime>
  </property>
  <property fmtid="{D5CDD505-2E9C-101B-9397-08002B2CF9AE}" pid="3" name="Creator">
    <vt:lpwstr>WPS Presentation</vt:lpwstr>
  </property>
  <property fmtid="{D5CDD505-2E9C-101B-9397-08002B2CF9AE}" pid="4" name="LastSaved">
    <vt:filetime>2026-01-24T16:00:00Z</vt:filetime>
  </property>
  <property fmtid="{D5CDD505-2E9C-101B-9397-08002B2CF9AE}" pid="5" name="SourceModified">
    <vt:lpwstr>D:20250703132744+05'27'</vt:lpwstr>
  </property>
  <property fmtid="{D5CDD505-2E9C-101B-9397-08002B2CF9AE}" pid="6" name="ICV">
    <vt:lpwstr>26D89E49E126E5DDEBC3B36916A37DCB_43</vt:lpwstr>
  </property>
  <property fmtid="{D5CDD505-2E9C-101B-9397-08002B2CF9AE}" pid="7" name="KSOProductBuildVer">
    <vt:lpwstr>1033-12.8.2.22595</vt:lpwstr>
  </property>
</Properties>
</file>