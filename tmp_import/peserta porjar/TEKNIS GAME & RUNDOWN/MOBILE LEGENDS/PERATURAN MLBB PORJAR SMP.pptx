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6858000" cx="12192000"/>
  <p:notesSz cx="12192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46">
          <p15:clr>
            <a:srgbClr val="A4A3A4"/>
          </p15:clr>
        </p15:guide>
        <p15:guide id="2" pos="2160">
          <p15:clr>
            <a:srgbClr val="A4A3A4"/>
          </p15:clr>
        </p15:guide>
      </p15:sldGuideLst>
    </p:ext>
    <p:ext uri="GoogleSlidesCustomDataVersion2">
      <go:slidesCustomData xmlns:go="http://customooxmlschemas.google.com/" r:id="rId15" roundtripDataSignature="AMtx7mhsv6xwYI+c1TpJ/TMCBESYWP69N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46" orient="horz"/>
        <p:guide pos="216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customschemas.google.com/relationships/presentationmetadata" Target="metadata"/><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2" name="Shape 12"/>
        <p:cNvGrpSpPr/>
        <p:nvPr/>
      </p:nvGrpSpPr>
      <p:grpSpPr>
        <a:xfrm>
          <a:off x="0" y="0"/>
          <a:ext cx="0" cy="0"/>
          <a:chOff x="0" y="0"/>
          <a:chExt cx="0" cy="0"/>
        </a:xfrm>
      </p:grpSpPr>
      <p:sp>
        <p:nvSpPr>
          <p:cNvPr id="13" name="Google Shape;13;p11"/>
          <p:cNvSpPr txBox="1"/>
          <p:nvPr>
            <p:ph type="title"/>
          </p:nvPr>
        </p:nvSpPr>
        <p:spPr>
          <a:xfrm>
            <a:off x="3329685" y="1023747"/>
            <a:ext cx="5532628" cy="72262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2800">
                <a:solidFill>
                  <a:srgbClr val="252525"/>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11"/>
          <p:cNvSpPr txBox="1"/>
          <p:nvPr>
            <p:ph idx="1" type="body"/>
          </p:nvPr>
        </p:nvSpPr>
        <p:spPr>
          <a:xfrm>
            <a:off x="2314067" y="1600199"/>
            <a:ext cx="7563865" cy="459994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2000">
                <a:solidFill>
                  <a:srgbClr val="252525"/>
                </a:solidFill>
                <a:latin typeface="Trebuchet MS"/>
                <a:ea typeface="Trebuchet MS"/>
                <a:cs typeface="Trebuchet MS"/>
                <a:sym typeface="Trebuchet MS"/>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 name="Google Shape;15;p11"/>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11"/>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1"/>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8" name="Shape 18"/>
        <p:cNvGrpSpPr/>
        <p:nvPr/>
      </p:nvGrpSpPr>
      <p:grpSpPr>
        <a:xfrm>
          <a:off x="0" y="0"/>
          <a:ext cx="0" cy="0"/>
          <a:chOff x="0" y="0"/>
          <a:chExt cx="0" cy="0"/>
        </a:xfrm>
      </p:grpSpPr>
      <p:sp>
        <p:nvSpPr>
          <p:cNvPr id="19" name="Google Shape;19;p12"/>
          <p:cNvSpPr txBox="1"/>
          <p:nvPr>
            <p:ph type="ctrTitle"/>
          </p:nvPr>
        </p:nvSpPr>
        <p:spPr>
          <a:xfrm>
            <a:off x="914400" y="2125980"/>
            <a:ext cx="10363200" cy="144018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2800">
                <a:solidFill>
                  <a:srgbClr val="252525"/>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12"/>
          <p:cNvSpPr txBox="1"/>
          <p:nvPr>
            <p:ph idx="1" type="subTitle"/>
          </p:nvPr>
        </p:nvSpPr>
        <p:spPr>
          <a:xfrm>
            <a:off x="1828800" y="3840480"/>
            <a:ext cx="8534400" cy="17145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2000">
                <a:solidFill>
                  <a:srgbClr val="252525"/>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2"/>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12"/>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2"/>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4" name="Shape 24"/>
        <p:cNvGrpSpPr/>
        <p:nvPr/>
      </p:nvGrpSpPr>
      <p:grpSpPr>
        <a:xfrm>
          <a:off x="0" y="0"/>
          <a:ext cx="0" cy="0"/>
          <a:chOff x="0" y="0"/>
          <a:chExt cx="0" cy="0"/>
        </a:xfrm>
      </p:grpSpPr>
      <p:sp>
        <p:nvSpPr>
          <p:cNvPr id="25" name="Google Shape;25;p13"/>
          <p:cNvSpPr txBox="1"/>
          <p:nvPr>
            <p:ph type="title"/>
          </p:nvPr>
        </p:nvSpPr>
        <p:spPr>
          <a:xfrm>
            <a:off x="3329685" y="1023747"/>
            <a:ext cx="5532628" cy="72262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2800">
                <a:solidFill>
                  <a:srgbClr val="252525"/>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13"/>
          <p:cNvSpPr txBox="1"/>
          <p:nvPr>
            <p:ph idx="1" type="body"/>
          </p:nvPr>
        </p:nvSpPr>
        <p:spPr>
          <a:xfrm>
            <a:off x="609600" y="1577340"/>
            <a:ext cx="530352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7" name="Google Shape;27;p13"/>
          <p:cNvSpPr txBox="1"/>
          <p:nvPr>
            <p:ph idx="2" type="body"/>
          </p:nvPr>
        </p:nvSpPr>
        <p:spPr>
          <a:xfrm>
            <a:off x="6278880" y="1577340"/>
            <a:ext cx="530352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8" name="Google Shape;28;p13"/>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3"/>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13"/>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1" name="Shape 31"/>
        <p:cNvGrpSpPr/>
        <p:nvPr/>
      </p:nvGrpSpPr>
      <p:grpSpPr>
        <a:xfrm>
          <a:off x="0" y="0"/>
          <a:ext cx="0" cy="0"/>
          <a:chOff x="0" y="0"/>
          <a:chExt cx="0" cy="0"/>
        </a:xfrm>
      </p:grpSpPr>
      <p:sp>
        <p:nvSpPr>
          <p:cNvPr id="32" name="Google Shape;32;p14"/>
          <p:cNvSpPr txBox="1"/>
          <p:nvPr>
            <p:ph type="title"/>
          </p:nvPr>
        </p:nvSpPr>
        <p:spPr>
          <a:xfrm>
            <a:off x="3329685" y="1023747"/>
            <a:ext cx="5532628" cy="72262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2800">
                <a:solidFill>
                  <a:srgbClr val="252525"/>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14"/>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14"/>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4"/>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6" name="Shape 36"/>
        <p:cNvGrpSpPr/>
        <p:nvPr/>
      </p:nvGrpSpPr>
      <p:grpSpPr>
        <a:xfrm>
          <a:off x="0" y="0"/>
          <a:ext cx="0" cy="0"/>
          <a:chOff x="0" y="0"/>
          <a:chExt cx="0" cy="0"/>
        </a:xfrm>
      </p:grpSpPr>
      <p:sp>
        <p:nvSpPr>
          <p:cNvPr id="37" name="Google Shape;37;p15"/>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15"/>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15"/>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0"/>
          <p:cNvSpPr/>
          <p:nvPr/>
        </p:nvSpPr>
        <p:spPr>
          <a:xfrm>
            <a:off x="0" y="0"/>
            <a:ext cx="12192000" cy="6858000"/>
          </a:xfrm>
          <a:custGeom>
            <a:rect b="b" l="l" r="r" t="t"/>
            <a:pathLst>
              <a:path extrusionOk="0" h="6858000" w="12192000">
                <a:moveTo>
                  <a:pt x="12192000" y="6858000"/>
                </a:moveTo>
                <a:lnTo>
                  <a:pt x="0" y="6858000"/>
                </a:lnTo>
                <a:lnTo>
                  <a:pt x="0" y="0"/>
                </a:lnTo>
                <a:lnTo>
                  <a:pt x="12192000" y="0"/>
                </a:lnTo>
                <a:lnTo>
                  <a:pt x="12192000" y="6858000"/>
                </a:lnTo>
                <a:close/>
              </a:path>
            </a:pathLst>
          </a:custGeom>
          <a:solidFill>
            <a:srgbClr val="F1F1F1"/>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 name="Google Shape;7;p10"/>
          <p:cNvSpPr txBox="1"/>
          <p:nvPr>
            <p:ph type="title"/>
          </p:nvPr>
        </p:nvSpPr>
        <p:spPr>
          <a:xfrm>
            <a:off x="3329685" y="1023747"/>
            <a:ext cx="5532628" cy="722629"/>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2800" u="none" cap="none" strike="noStrike">
                <a:solidFill>
                  <a:srgbClr val="252525"/>
                </a:solidFill>
                <a:latin typeface="Trebuchet MS"/>
                <a:ea typeface="Trebuchet MS"/>
                <a:cs typeface="Trebuchet MS"/>
                <a:sym typeface="Trebuchet M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 name="Google Shape;8;p10"/>
          <p:cNvSpPr txBox="1"/>
          <p:nvPr>
            <p:ph idx="1" type="body"/>
          </p:nvPr>
        </p:nvSpPr>
        <p:spPr>
          <a:xfrm>
            <a:off x="2314067" y="1600199"/>
            <a:ext cx="7563865" cy="4599940"/>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2000" u="none" cap="none" strike="noStrike">
                <a:solidFill>
                  <a:srgbClr val="252525"/>
                </a:solidFill>
                <a:latin typeface="Trebuchet MS"/>
                <a:ea typeface="Trebuchet MS"/>
                <a:cs typeface="Trebuchet MS"/>
                <a:sym typeface="Trebuchet MS"/>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9" name="Google Shape;9;p10"/>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 name="Google Shape;10;p10"/>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0"/>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sz="1800">
                <a:solidFill>
                  <a:srgbClr val="888888"/>
                </a:solidFill>
              </a:defRPr>
            </a:lvl1pPr>
            <a:lvl2pPr indent="0" lvl="1" algn="r">
              <a:spcBef>
                <a:spcPts val="0"/>
              </a:spcBef>
              <a:buNone/>
              <a:defRPr sz="1800">
                <a:solidFill>
                  <a:srgbClr val="888888"/>
                </a:solidFill>
              </a:defRPr>
            </a:lvl2pPr>
            <a:lvl3pPr indent="0" lvl="2" algn="r">
              <a:spcBef>
                <a:spcPts val="0"/>
              </a:spcBef>
              <a:buNone/>
              <a:defRPr sz="1800">
                <a:solidFill>
                  <a:srgbClr val="888888"/>
                </a:solidFill>
              </a:defRPr>
            </a:lvl3pPr>
            <a:lvl4pPr indent="0" lvl="3" algn="r">
              <a:spcBef>
                <a:spcPts val="0"/>
              </a:spcBef>
              <a:buNone/>
              <a:defRPr sz="1800">
                <a:solidFill>
                  <a:srgbClr val="888888"/>
                </a:solidFill>
              </a:defRPr>
            </a:lvl4pPr>
            <a:lvl5pPr indent="0" lvl="4" algn="r">
              <a:spcBef>
                <a:spcPts val="0"/>
              </a:spcBef>
              <a:buNone/>
              <a:defRPr sz="1800">
                <a:solidFill>
                  <a:srgbClr val="888888"/>
                </a:solidFill>
              </a:defRPr>
            </a:lvl5pPr>
            <a:lvl6pPr indent="0" lvl="5" algn="r">
              <a:spcBef>
                <a:spcPts val="0"/>
              </a:spcBef>
              <a:buNone/>
              <a:defRPr sz="1800">
                <a:solidFill>
                  <a:srgbClr val="888888"/>
                </a:solidFill>
              </a:defRPr>
            </a:lvl6pPr>
            <a:lvl7pPr indent="0" lvl="6" algn="r">
              <a:spcBef>
                <a:spcPts val="0"/>
              </a:spcBef>
              <a:buNone/>
              <a:defRPr sz="1800">
                <a:solidFill>
                  <a:srgbClr val="888888"/>
                </a:solidFill>
              </a:defRPr>
            </a:lvl7pPr>
            <a:lvl8pPr indent="0" lvl="7" algn="r">
              <a:spcBef>
                <a:spcPts val="0"/>
              </a:spcBef>
              <a:buNone/>
              <a:defRPr sz="1800">
                <a:solidFill>
                  <a:srgbClr val="888888"/>
                </a:solidFill>
              </a:defRPr>
            </a:lvl8pPr>
            <a:lvl9pPr indent="0" lvl="8" algn="r">
              <a:spcBef>
                <a:spcPts val="0"/>
              </a:spcBef>
              <a:buNone/>
              <a:defRPr sz="18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grpSp>
        <p:nvGrpSpPr>
          <p:cNvPr id="44" name="Google Shape;44;p1"/>
          <p:cNvGrpSpPr/>
          <p:nvPr/>
        </p:nvGrpSpPr>
        <p:grpSpPr>
          <a:xfrm>
            <a:off x="2428494" y="2367699"/>
            <a:ext cx="7335520" cy="1153795"/>
            <a:chOff x="2428494" y="2367699"/>
            <a:chExt cx="7335520" cy="1153795"/>
          </a:xfrm>
        </p:grpSpPr>
        <p:sp>
          <p:nvSpPr>
            <p:cNvPr id="45" name="Google Shape;45;p1"/>
            <p:cNvSpPr/>
            <p:nvPr/>
          </p:nvSpPr>
          <p:spPr>
            <a:xfrm>
              <a:off x="2447544" y="2386583"/>
              <a:ext cx="7297420" cy="1115695"/>
            </a:xfrm>
            <a:custGeom>
              <a:rect b="b" l="l" r="r" t="t"/>
              <a:pathLst>
                <a:path extrusionOk="0" h="1115695" w="7297420">
                  <a:moveTo>
                    <a:pt x="7296911" y="1115568"/>
                  </a:moveTo>
                  <a:lnTo>
                    <a:pt x="0" y="1115568"/>
                  </a:lnTo>
                  <a:lnTo>
                    <a:pt x="0" y="0"/>
                  </a:lnTo>
                  <a:lnTo>
                    <a:pt x="7296911" y="0"/>
                  </a:lnTo>
                  <a:lnTo>
                    <a:pt x="7296911" y="1115568"/>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6" name="Google Shape;46;p1"/>
            <p:cNvSpPr/>
            <p:nvPr/>
          </p:nvSpPr>
          <p:spPr>
            <a:xfrm>
              <a:off x="2428494" y="2367699"/>
              <a:ext cx="7335520" cy="1153795"/>
            </a:xfrm>
            <a:custGeom>
              <a:rect b="b" l="l" r="r" t="t"/>
              <a:pathLst>
                <a:path extrusionOk="0" h="1153795" w="7335520">
                  <a:moveTo>
                    <a:pt x="7315961" y="1153502"/>
                  </a:moveTo>
                  <a:lnTo>
                    <a:pt x="19050" y="1153502"/>
                  </a:lnTo>
                  <a:lnTo>
                    <a:pt x="15735" y="1153210"/>
                  </a:lnTo>
                  <a:lnTo>
                    <a:pt x="0" y="1134452"/>
                  </a:lnTo>
                  <a:lnTo>
                    <a:pt x="0" y="19050"/>
                  </a:lnTo>
                  <a:lnTo>
                    <a:pt x="19050" y="0"/>
                  </a:lnTo>
                  <a:lnTo>
                    <a:pt x="7315961" y="0"/>
                  </a:lnTo>
                  <a:lnTo>
                    <a:pt x="7335011" y="19050"/>
                  </a:lnTo>
                  <a:lnTo>
                    <a:pt x="38100" y="19050"/>
                  </a:lnTo>
                  <a:lnTo>
                    <a:pt x="19050" y="38100"/>
                  </a:lnTo>
                  <a:lnTo>
                    <a:pt x="38100" y="38100"/>
                  </a:lnTo>
                  <a:lnTo>
                    <a:pt x="38100" y="1115402"/>
                  </a:lnTo>
                  <a:lnTo>
                    <a:pt x="19050" y="1115402"/>
                  </a:lnTo>
                  <a:lnTo>
                    <a:pt x="38100" y="1134452"/>
                  </a:lnTo>
                  <a:lnTo>
                    <a:pt x="7335011" y="1134452"/>
                  </a:lnTo>
                  <a:lnTo>
                    <a:pt x="7334719" y="1137754"/>
                  </a:lnTo>
                  <a:lnTo>
                    <a:pt x="7319263" y="1153210"/>
                  </a:lnTo>
                  <a:lnTo>
                    <a:pt x="7315961" y="1153502"/>
                  </a:lnTo>
                  <a:close/>
                </a:path>
                <a:path extrusionOk="0" h="1153795" w="7335520">
                  <a:moveTo>
                    <a:pt x="38100" y="38100"/>
                  </a:moveTo>
                  <a:lnTo>
                    <a:pt x="19050" y="38100"/>
                  </a:lnTo>
                  <a:lnTo>
                    <a:pt x="38100" y="19050"/>
                  </a:lnTo>
                  <a:lnTo>
                    <a:pt x="38100" y="38100"/>
                  </a:lnTo>
                  <a:close/>
                </a:path>
                <a:path extrusionOk="0" h="1153795" w="7335520">
                  <a:moveTo>
                    <a:pt x="7296911" y="38100"/>
                  </a:moveTo>
                  <a:lnTo>
                    <a:pt x="38100" y="38100"/>
                  </a:lnTo>
                  <a:lnTo>
                    <a:pt x="38100" y="19050"/>
                  </a:lnTo>
                  <a:lnTo>
                    <a:pt x="7296911" y="19050"/>
                  </a:lnTo>
                  <a:lnTo>
                    <a:pt x="7296911" y="38100"/>
                  </a:lnTo>
                  <a:close/>
                </a:path>
                <a:path extrusionOk="0" h="1153795" w="7335520">
                  <a:moveTo>
                    <a:pt x="7296911" y="1134452"/>
                  </a:moveTo>
                  <a:lnTo>
                    <a:pt x="7296911" y="19050"/>
                  </a:lnTo>
                  <a:lnTo>
                    <a:pt x="7315961" y="38100"/>
                  </a:lnTo>
                  <a:lnTo>
                    <a:pt x="7335011" y="38100"/>
                  </a:lnTo>
                  <a:lnTo>
                    <a:pt x="7335011" y="1115402"/>
                  </a:lnTo>
                  <a:lnTo>
                    <a:pt x="7315961" y="1115402"/>
                  </a:lnTo>
                  <a:lnTo>
                    <a:pt x="7296911" y="1134452"/>
                  </a:lnTo>
                  <a:close/>
                </a:path>
                <a:path extrusionOk="0" h="1153795" w="7335520">
                  <a:moveTo>
                    <a:pt x="7335011" y="38100"/>
                  </a:moveTo>
                  <a:lnTo>
                    <a:pt x="7315961" y="38100"/>
                  </a:lnTo>
                  <a:lnTo>
                    <a:pt x="7296911" y="19050"/>
                  </a:lnTo>
                  <a:lnTo>
                    <a:pt x="7335011" y="19050"/>
                  </a:lnTo>
                  <a:lnTo>
                    <a:pt x="7335011" y="38100"/>
                  </a:lnTo>
                  <a:close/>
                </a:path>
                <a:path extrusionOk="0" h="1153795" w="7335520">
                  <a:moveTo>
                    <a:pt x="38100" y="1134452"/>
                  </a:moveTo>
                  <a:lnTo>
                    <a:pt x="19050" y="1115402"/>
                  </a:lnTo>
                  <a:lnTo>
                    <a:pt x="38100" y="1115402"/>
                  </a:lnTo>
                  <a:lnTo>
                    <a:pt x="38100" y="1134452"/>
                  </a:lnTo>
                  <a:close/>
                </a:path>
                <a:path extrusionOk="0" h="1153795" w="7335520">
                  <a:moveTo>
                    <a:pt x="7296911" y="1134452"/>
                  </a:moveTo>
                  <a:lnTo>
                    <a:pt x="38100" y="1134452"/>
                  </a:lnTo>
                  <a:lnTo>
                    <a:pt x="38100" y="1115402"/>
                  </a:lnTo>
                  <a:lnTo>
                    <a:pt x="7296911" y="1115402"/>
                  </a:lnTo>
                  <a:lnTo>
                    <a:pt x="7296911" y="1134452"/>
                  </a:lnTo>
                  <a:close/>
                </a:path>
                <a:path extrusionOk="0" h="1153795" w="7335520">
                  <a:moveTo>
                    <a:pt x="7335011" y="1134452"/>
                  </a:moveTo>
                  <a:lnTo>
                    <a:pt x="7296911" y="1134452"/>
                  </a:lnTo>
                  <a:lnTo>
                    <a:pt x="7315961" y="1115402"/>
                  </a:lnTo>
                  <a:lnTo>
                    <a:pt x="7335011" y="1115402"/>
                  </a:lnTo>
                  <a:lnTo>
                    <a:pt x="7335011" y="1134452"/>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47" name="Google Shape;47;p1"/>
          <p:cNvSpPr txBox="1"/>
          <p:nvPr>
            <p:ph type="title"/>
          </p:nvPr>
        </p:nvSpPr>
        <p:spPr>
          <a:xfrm>
            <a:off x="2447544" y="2386583"/>
            <a:ext cx="7297420" cy="1115695"/>
          </a:xfrm>
          <a:prstGeom prst="rect">
            <a:avLst/>
          </a:prstGeom>
          <a:noFill/>
          <a:ln>
            <a:noFill/>
          </a:ln>
        </p:spPr>
        <p:txBody>
          <a:bodyPr anchorCtr="0" anchor="t" bIns="0" lIns="0" spcFirstLastPara="1" rIns="0" wrap="square" tIns="184775">
            <a:spAutoFit/>
          </a:bodyPr>
          <a:lstStyle/>
          <a:p>
            <a:pPr indent="0" lvl="0" marL="0" rtl="0" algn="ctr">
              <a:lnSpc>
                <a:spcPct val="100000"/>
              </a:lnSpc>
              <a:spcBef>
                <a:spcPts val="0"/>
              </a:spcBef>
              <a:spcAft>
                <a:spcPts val="0"/>
              </a:spcAft>
              <a:buNone/>
            </a:pPr>
            <a:r>
              <a:rPr lang="en-US" sz="3800"/>
              <a:t>PERATURAN</a:t>
            </a:r>
            <a:endParaRPr sz="3800"/>
          </a:p>
        </p:txBody>
      </p:sp>
      <p:sp>
        <p:nvSpPr>
          <p:cNvPr id="48" name="Google Shape;48;p1"/>
          <p:cNvSpPr txBox="1"/>
          <p:nvPr/>
        </p:nvSpPr>
        <p:spPr>
          <a:xfrm>
            <a:off x="3270250" y="3733800"/>
            <a:ext cx="5650800" cy="1017000"/>
          </a:xfrm>
          <a:prstGeom prst="rect">
            <a:avLst/>
          </a:prstGeom>
          <a:noFill/>
          <a:ln>
            <a:noFill/>
          </a:ln>
        </p:spPr>
        <p:txBody>
          <a:bodyPr anchorCtr="0" anchor="t" bIns="0" lIns="0" spcFirstLastPara="1" rIns="0" wrap="square" tIns="12700">
            <a:spAutoFit/>
          </a:bodyPr>
          <a:lstStyle/>
          <a:p>
            <a:pPr indent="-842645" lvl="0" marL="855345" marR="5080" rtl="0" algn="ctr">
              <a:lnSpc>
                <a:spcPct val="130000"/>
              </a:lnSpc>
              <a:spcBef>
                <a:spcPts val="0"/>
              </a:spcBef>
              <a:spcAft>
                <a:spcPts val="0"/>
              </a:spcAft>
              <a:buNone/>
            </a:pPr>
            <a:r>
              <a:rPr b="1" lang="en-US" sz="2800">
                <a:solidFill>
                  <a:srgbClr val="3E3E3E"/>
                </a:solidFill>
                <a:latin typeface="Trebuchet MS"/>
                <a:ea typeface="Trebuchet MS"/>
                <a:cs typeface="Trebuchet MS"/>
                <a:sym typeface="Trebuchet MS"/>
              </a:rPr>
              <a:t>MOBILE LEGENDS BANG-BANG</a:t>
            </a:r>
            <a:endParaRPr b="1" sz="2800">
              <a:solidFill>
                <a:srgbClr val="3E3E3E"/>
              </a:solidFill>
              <a:latin typeface="Trebuchet MS"/>
              <a:ea typeface="Trebuchet MS"/>
              <a:cs typeface="Trebuchet MS"/>
              <a:sym typeface="Trebuchet MS"/>
            </a:endParaRPr>
          </a:p>
          <a:p>
            <a:pPr indent="-842645" lvl="0" marL="855345" marR="5080" rtl="0" algn="ctr">
              <a:lnSpc>
                <a:spcPct val="130000"/>
              </a:lnSpc>
              <a:spcBef>
                <a:spcPts val="100"/>
              </a:spcBef>
              <a:spcAft>
                <a:spcPts val="0"/>
              </a:spcAft>
              <a:buNone/>
            </a:pPr>
            <a:r>
              <a:rPr b="1" lang="en-US" sz="2800">
                <a:solidFill>
                  <a:srgbClr val="3E3E3E"/>
                </a:solidFill>
                <a:latin typeface="Trebuchet MS"/>
                <a:ea typeface="Trebuchet MS"/>
                <a:cs typeface="Trebuchet MS"/>
                <a:sym typeface="Trebuchet MS"/>
              </a:rPr>
              <a:t> SMP Laki-Laki</a:t>
            </a:r>
            <a:endParaRPr b="1" sz="2800">
              <a:latin typeface="Trebuchet MS"/>
              <a:ea typeface="Trebuchet MS"/>
              <a:cs typeface="Trebuchet MS"/>
              <a:sym typeface="Trebuchet M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grpSp>
        <p:nvGrpSpPr>
          <p:cNvPr id="53" name="Google Shape;53;p2"/>
          <p:cNvGrpSpPr/>
          <p:nvPr/>
        </p:nvGrpSpPr>
        <p:grpSpPr>
          <a:xfrm>
            <a:off x="2231135" y="381126"/>
            <a:ext cx="7761605" cy="1220470"/>
            <a:chOff x="2215260" y="948816"/>
            <a:chExt cx="7761605" cy="1220470"/>
          </a:xfrm>
        </p:grpSpPr>
        <p:sp>
          <p:nvSpPr>
            <p:cNvPr id="54" name="Google Shape;54;p2"/>
            <p:cNvSpPr/>
            <p:nvPr/>
          </p:nvSpPr>
          <p:spPr>
            <a:xfrm>
              <a:off x="2231135" y="964691"/>
              <a:ext cx="7729855" cy="1188720"/>
            </a:xfrm>
            <a:custGeom>
              <a:rect b="b" l="l" r="r" t="t"/>
              <a:pathLst>
                <a:path extrusionOk="0" h="1188720" w="7729855">
                  <a:moveTo>
                    <a:pt x="7729727" y="1188720"/>
                  </a:moveTo>
                  <a:lnTo>
                    <a:pt x="0" y="1188720"/>
                  </a:lnTo>
                  <a:lnTo>
                    <a:pt x="0" y="0"/>
                  </a:lnTo>
                  <a:lnTo>
                    <a:pt x="7729727" y="0"/>
                  </a:lnTo>
                  <a:lnTo>
                    <a:pt x="7729727" y="118872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5" name="Google Shape;55;p2"/>
            <p:cNvSpPr/>
            <p:nvPr/>
          </p:nvSpPr>
          <p:spPr>
            <a:xfrm>
              <a:off x="2215260" y="948816"/>
              <a:ext cx="7761605" cy="1220470"/>
            </a:xfrm>
            <a:custGeom>
              <a:rect b="b" l="l" r="r" t="t"/>
              <a:pathLst>
                <a:path extrusionOk="0" h="1220470" w="7761605">
                  <a:moveTo>
                    <a:pt x="7761478" y="1220470"/>
                  </a:moveTo>
                  <a:lnTo>
                    <a:pt x="0" y="1220470"/>
                  </a:lnTo>
                  <a:lnTo>
                    <a:pt x="0" y="0"/>
                  </a:lnTo>
                  <a:lnTo>
                    <a:pt x="7761478" y="0"/>
                  </a:lnTo>
                  <a:lnTo>
                    <a:pt x="7761478" y="15875"/>
                  </a:lnTo>
                  <a:lnTo>
                    <a:pt x="31750" y="15875"/>
                  </a:lnTo>
                  <a:lnTo>
                    <a:pt x="15875" y="31750"/>
                  </a:lnTo>
                  <a:lnTo>
                    <a:pt x="31750" y="31750"/>
                  </a:lnTo>
                  <a:lnTo>
                    <a:pt x="31750" y="1188720"/>
                  </a:lnTo>
                  <a:lnTo>
                    <a:pt x="15875" y="1188720"/>
                  </a:lnTo>
                  <a:lnTo>
                    <a:pt x="31750" y="1204595"/>
                  </a:lnTo>
                  <a:lnTo>
                    <a:pt x="7761478" y="1204595"/>
                  </a:lnTo>
                  <a:lnTo>
                    <a:pt x="7761478" y="1220470"/>
                  </a:lnTo>
                  <a:close/>
                </a:path>
                <a:path extrusionOk="0" h="1220470" w="7761605">
                  <a:moveTo>
                    <a:pt x="31750" y="31750"/>
                  </a:moveTo>
                  <a:lnTo>
                    <a:pt x="15875" y="31750"/>
                  </a:lnTo>
                  <a:lnTo>
                    <a:pt x="31750" y="15875"/>
                  </a:lnTo>
                  <a:lnTo>
                    <a:pt x="31750" y="31750"/>
                  </a:lnTo>
                  <a:close/>
                </a:path>
                <a:path extrusionOk="0" h="1220470" w="7761605">
                  <a:moveTo>
                    <a:pt x="7729728" y="31750"/>
                  </a:moveTo>
                  <a:lnTo>
                    <a:pt x="31750" y="31750"/>
                  </a:lnTo>
                  <a:lnTo>
                    <a:pt x="31750" y="15875"/>
                  </a:lnTo>
                  <a:lnTo>
                    <a:pt x="7729728" y="15875"/>
                  </a:lnTo>
                  <a:lnTo>
                    <a:pt x="7729728" y="31750"/>
                  </a:lnTo>
                  <a:close/>
                </a:path>
                <a:path extrusionOk="0" h="1220470" w="7761605">
                  <a:moveTo>
                    <a:pt x="7729728" y="1204595"/>
                  </a:moveTo>
                  <a:lnTo>
                    <a:pt x="7729728" y="15875"/>
                  </a:lnTo>
                  <a:lnTo>
                    <a:pt x="7745603" y="31750"/>
                  </a:lnTo>
                  <a:lnTo>
                    <a:pt x="7761478" y="31750"/>
                  </a:lnTo>
                  <a:lnTo>
                    <a:pt x="7761478" y="1188720"/>
                  </a:lnTo>
                  <a:lnTo>
                    <a:pt x="7745603" y="1188720"/>
                  </a:lnTo>
                  <a:lnTo>
                    <a:pt x="7729728" y="1204595"/>
                  </a:lnTo>
                  <a:close/>
                </a:path>
                <a:path extrusionOk="0" h="1220470" w="7761605">
                  <a:moveTo>
                    <a:pt x="7761478" y="31750"/>
                  </a:moveTo>
                  <a:lnTo>
                    <a:pt x="7745603" y="31750"/>
                  </a:lnTo>
                  <a:lnTo>
                    <a:pt x="7729728" y="15875"/>
                  </a:lnTo>
                  <a:lnTo>
                    <a:pt x="7761478" y="15875"/>
                  </a:lnTo>
                  <a:lnTo>
                    <a:pt x="7761478" y="31750"/>
                  </a:lnTo>
                  <a:close/>
                </a:path>
                <a:path extrusionOk="0" h="1220470" w="7761605">
                  <a:moveTo>
                    <a:pt x="31750" y="1204595"/>
                  </a:moveTo>
                  <a:lnTo>
                    <a:pt x="15875" y="1188720"/>
                  </a:lnTo>
                  <a:lnTo>
                    <a:pt x="31750" y="1188720"/>
                  </a:lnTo>
                  <a:lnTo>
                    <a:pt x="31750" y="1204595"/>
                  </a:lnTo>
                  <a:close/>
                </a:path>
                <a:path extrusionOk="0" h="1220470" w="7761605">
                  <a:moveTo>
                    <a:pt x="7729728" y="1204595"/>
                  </a:moveTo>
                  <a:lnTo>
                    <a:pt x="31750" y="1204595"/>
                  </a:lnTo>
                  <a:lnTo>
                    <a:pt x="31750" y="1188720"/>
                  </a:lnTo>
                  <a:lnTo>
                    <a:pt x="7729728" y="1188720"/>
                  </a:lnTo>
                  <a:lnTo>
                    <a:pt x="7729728" y="1204595"/>
                  </a:lnTo>
                  <a:close/>
                </a:path>
                <a:path extrusionOk="0" h="1220470" w="7761605">
                  <a:moveTo>
                    <a:pt x="7761478" y="1204595"/>
                  </a:moveTo>
                  <a:lnTo>
                    <a:pt x="7729728" y="1204595"/>
                  </a:lnTo>
                  <a:lnTo>
                    <a:pt x="7745603" y="1188720"/>
                  </a:lnTo>
                  <a:lnTo>
                    <a:pt x="7761478" y="1188720"/>
                  </a:lnTo>
                  <a:lnTo>
                    <a:pt x="7761478" y="1204595"/>
                  </a:lnTo>
                  <a:close/>
                </a:path>
              </a:pathLst>
            </a:custGeom>
            <a:solidFill>
              <a:srgbClr val="3E3E3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56" name="Google Shape;56;p2"/>
          <p:cNvSpPr txBox="1"/>
          <p:nvPr>
            <p:ph type="title"/>
          </p:nvPr>
        </p:nvSpPr>
        <p:spPr>
          <a:xfrm>
            <a:off x="3275710" y="533527"/>
            <a:ext cx="5532628" cy="722629"/>
          </a:xfrm>
          <a:prstGeom prst="rect">
            <a:avLst/>
          </a:prstGeom>
          <a:noFill/>
          <a:ln>
            <a:noFill/>
          </a:ln>
        </p:spPr>
        <p:txBody>
          <a:bodyPr anchorCtr="0" anchor="t" bIns="0" lIns="0" spcFirstLastPara="1" rIns="0" wrap="square" tIns="260325">
            <a:spAutoFit/>
          </a:bodyPr>
          <a:lstStyle/>
          <a:p>
            <a:pPr indent="0" lvl="0" marL="1153795" rtl="0" algn="l">
              <a:lnSpc>
                <a:spcPct val="100000"/>
              </a:lnSpc>
              <a:spcBef>
                <a:spcPts val="0"/>
              </a:spcBef>
              <a:spcAft>
                <a:spcPts val="0"/>
              </a:spcAft>
              <a:buNone/>
            </a:pPr>
            <a:r>
              <a:rPr lang="en-US"/>
              <a:t>PERATURAN UMUM</a:t>
            </a:r>
            <a:endParaRPr/>
          </a:p>
        </p:txBody>
      </p:sp>
      <p:sp>
        <p:nvSpPr>
          <p:cNvPr id="57" name="Google Shape;57;p2"/>
          <p:cNvSpPr txBox="1"/>
          <p:nvPr/>
        </p:nvSpPr>
        <p:spPr>
          <a:xfrm>
            <a:off x="1447800" y="1905000"/>
            <a:ext cx="8959850" cy="4161790"/>
          </a:xfrm>
          <a:prstGeom prst="rect">
            <a:avLst/>
          </a:prstGeom>
          <a:noFill/>
          <a:ln>
            <a:noFill/>
          </a:ln>
        </p:spPr>
        <p:txBody>
          <a:bodyPr anchorCtr="0" anchor="t" bIns="0" lIns="0" spcFirstLastPara="1" rIns="0" wrap="square" tIns="28575">
            <a:spAutoFit/>
          </a:bodyPr>
          <a:lstStyle/>
          <a:p>
            <a:pPr indent="-342900" lvl="0" marL="355600" marR="5080" rtl="0" algn="just">
              <a:lnSpc>
                <a:spcPct val="95000"/>
              </a:lnSpc>
              <a:spcBef>
                <a:spcPts val="0"/>
              </a:spcBef>
              <a:spcAft>
                <a:spcPts val="0"/>
              </a:spcAft>
              <a:buClr>
                <a:srgbClr val="9BAEB5"/>
              </a:buClr>
              <a:buSzPts val="2000"/>
              <a:buFont typeface="Arial"/>
              <a:buAutoNum type="arabicPeriod"/>
            </a:pPr>
            <a:r>
              <a:rPr lang="en-US" sz="2000">
                <a:solidFill>
                  <a:srgbClr val="252525"/>
                </a:solidFill>
                <a:latin typeface="Trebuchet MS"/>
                <a:ea typeface="Trebuchet MS"/>
                <a:cs typeface="Trebuchet MS"/>
                <a:sym typeface="Trebuchet MS"/>
              </a:rPr>
              <a:t>Dilarang menggunakan program pihak ketiga atau program ilegal yang dapat mengganggu proses berjalannya turnamen.</a:t>
            </a:r>
            <a:endParaRPr sz="2000">
              <a:latin typeface="Trebuchet MS"/>
              <a:ea typeface="Trebuchet MS"/>
              <a:cs typeface="Trebuchet MS"/>
              <a:sym typeface="Trebuchet MS"/>
            </a:endParaRPr>
          </a:p>
          <a:p>
            <a:pPr indent="-342900" lvl="0" marL="355600" marR="5080" rtl="0" algn="just">
              <a:lnSpc>
                <a:spcPct val="95000"/>
              </a:lnSpc>
              <a:spcBef>
                <a:spcPts val="995"/>
              </a:spcBef>
              <a:spcAft>
                <a:spcPts val="0"/>
              </a:spcAft>
              <a:buClr>
                <a:srgbClr val="9BAEB5"/>
              </a:buClr>
              <a:buSzPts val="2000"/>
              <a:buFont typeface="Arial"/>
              <a:buAutoNum type="arabicPeriod"/>
            </a:pPr>
            <a:r>
              <a:rPr lang="en-US" sz="2000">
                <a:solidFill>
                  <a:srgbClr val="252525"/>
                </a:solidFill>
                <a:latin typeface="Trebuchet MS"/>
                <a:ea typeface="Trebuchet MS"/>
                <a:cs typeface="Trebuchet MS"/>
                <a:sym typeface="Trebuchet MS"/>
              </a:rPr>
              <a:t>Peserta wajib sudah berada di area pertandingan 30 menit sebelum bertanding</a:t>
            </a:r>
            <a:endParaRPr sz="2000">
              <a:latin typeface="Trebuchet MS"/>
              <a:ea typeface="Trebuchet MS"/>
              <a:cs typeface="Trebuchet MS"/>
              <a:sym typeface="Trebuchet MS"/>
            </a:endParaRPr>
          </a:p>
          <a:p>
            <a:pPr indent="-342900" lvl="0" marL="355600" marR="5080" rtl="0" algn="just">
              <a:lnSpc>
                <a:spcPct val="95000"/>
              </a:lnSpc>
              <a:spcBef>
                <a:spcPts val="1010"/>
              </a:spcBef>
              <a:spcAft>
                <a:spcPts val="0"/>
              </a:spcAft>
              <a:buClr>
                <a:srgbClr val="9BAEB5"/>
              </a:buClr>
              <a:buSzPts val="2000"/>
              <a:buFont typeface="Arial"/>
              <a:buAutoNum type="arabicPeriod"/>
            </a:pPr>
            <a:r>
              <a:rPr lang="en-US" sz="2000">
                <a:solidFill>
                  <a:srgbClr val="252525"/>
                </a:solidFill>
                <a:latin typeface="Trebuchet MS"/>
                <a:ea typeface="Trebuchet MS"/>
                <a:cs typeface="Trebuchet MS"/>
                <a:sym typeface="Trebuchet MS"/>
              </a:rPr>
              <a:t>Tidak ada toleransi keterlambatan, jika satu tim terdapat pemain yang tidak hadir maka pertandingan tetap dilanjutkan dengan sisa pemain yang ada di lokasi pertandingan.</a:t>
            </a:r>
            <a:endParaRPr sz="2000">
              <a:latin typeface="Trebuchet MS"/>
              <a:ea typeface="Trebuchet MS"/>
              <a:cs typeface="Trebuchet MS"/>
              <a:sym typeface="Trebuchet MS"/>
            </a:endParaRPr>
          </a:p>
          <a:p>
            <a:pPr indent="-342900" lvl="0" marL="355600" marR="5080" rtl="0" algn="just">
              <a:lnSpc>
                <a:spcPct val="95000"/>
              </a:lnSpc>
              <a:spcBef>
                <a:spcPts val="1860"/>
              </a:spcBef>
              <a:spcAft>
                <a:spcPts val="0"/>
              </a:spcAft>
              <a:buClr>
                <a:srgbClr val="9BAEB5"/>
              </a:buClr>
              <a:buSzPts val="2000"/>
              <a:buFont typeface="Arial"/>
              <a:buAutoNum type="arabicPeriod"/>
            </a:pPr>
            <a:r>
              <a:rPr lang="en-US" sz="2000">
                <a:solidFill>
                  <a:srgbClr val="252525"/>
                </a:solidFill>
                <a:latin typeface="Trebuchet MS"/>
                <a:ea typeface="Trebuchet MS"/>
                <a:cs typeface="Trebuchet MS"/>
                <a:sym typeface="Trebuchet MS"/>
              </a:rPr>
              <a:t>Segala bentuk kelalaian yang disebabkan oleh peserta adalah di luar tanggung jawab panitia. Contoh: Error device, koneksi internet dan lainnya.</a:t>
            </a:r>
            <a:endParaRPr sz="2000">
              <a:latin typeface="Trebuchet MS"/>
              <a:ea typeface="Trebuchet MS"/>
              <a:cs typeface="Trebuchet MS"/>
              <a:sym typeface="Trebuchet MS"/>
            </a:endParaRPr>
          </a:p>
          <a:p>
            <a:pPr indent="-342900" lvl="0" marL="355600" marR="5080" rtl="0" algn="just">
              <a:lnSpc>
                <a:spcPct val="95000"/>
              </a:lnSpc>
              <a:spcBef>
                <a:spcPts val="1005"/>
              </a:spcBef>
              <a:spcAft>
                <a:spcPts val="0"/>
              </a:spcAft>
              <a:buClr>
                <a:srgbClr val="9BAEB5"/>
              </a:buClr>
              <a:buSzPts val="2000"/>
              <a:buFont typeface="Arial"/>
              <a:buAutoNum type="arabicPeriod"/>
            </a:pPr>
            <a:r>
              <a:rPr lang="en-US" sz="2000">
                <a:solidFill>
                  <a:srgbClr val="252525"/>
                </a:solidFill>
                <a:latin typeface="Trebuchet MS"/>
                <a:ea typeface="Trebuchet MS"/>
                <a:cs typeface="Trebuchet MS"/>
                <a:sym typeface="Trebuchet MS"/>
              </a:rPr>
              <a:t>Seluruh peserta tidak diizinkan untuk menggunakan dan memakai bug dengan sengaja.</a:t>
            </a:r>
            <a:endParaRPr sz="2000">
              <a:latin typeface="Trebuchet MS"/>
              <a:ea typeface="Trebuchet MS"/>
              <a:cs typeface="Trebuchet MS"/>
              <a:sym typeface="Trebuchet M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grpSp>
        <p:nvGrpSpPr>
          <p:cNvPr id="62" name="Google Shape;62;p3"/>
          <p:cNvGrpSpPr/>
          <p:nvPr/>
        </p:nvGrpSpPr>
        <p:grpSpPr>
          <a:xfrm>
            <a:off x="2215260" y="948816"/>
            <a:ext cx="7761605" cy="1220470"/>
            <a:chOff x="2215260" y="948816"/>
            <a:chExt cx="7761605" cy="1220470"/>
          </a:xfrm>
        </p:grpSpPr>
        <p:sp>
          <p:nvSpPr>
            <p:cNvPr id="63" name="Google Shape;63;p3"/>
            <p:cNvSpPr/>
            <p:nvPr/>
          </p:nvSpPr>
          <p:spPr>
            <a:xfrm>
              <a:off x="2231135" y="964691"/>
              <a:ext cx="7729855" cy="1188720"/>
            </a:xfrm>
            <a:custGeom>
              <a:rect b="b" l="l" r="r" t="t"/>
              <a:pathLst>
                <a:path extrusionOk="0" h="1188720" w="7729855">
                  <a:moveTo>
                    <a:pt x="7729727" y="1188720"/>
                  </a:moveTo>
                  <a:lnTo>
                    <a:pt x="0" y="1188720"/>
                  </a:lnTo>
                  <a:lnTo>
                    <a:pt x="0" y="0"/>
                  </a:lnTo>
                  <a:lnTo>
                    <a:pt x="7729727" y="0"/>
                  </a:lnTo>
                  <a:lnTo>
                    <a:pt x="7729727" y="118872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4" name="Google Shape;64;p3"/>
            <p:cNvSpPr/>
            <p:nvPr/>
          </p:nvSpPr>
          <p:spPr>
            <a:xfrm>
              <a:off x="2215260" y="948816"/>
              <a:ext cx="7761605" cy="1220470"/>
            </a:xfrm>
            <a:custGeom>
              <a:rect b="b" l="l" r="r" t="t"/>
              <a:pathLst>
                <a:path extrusionOk="0" h="1220470" w="7761605">
                  <a:moveTo>
                    <a:pt x="7761478" y="1220470"/>
                  </a:moveTo>
                  <a:lnTo>
                    <a:pt x="0" y="1220470"/>
                  </a:lnTo>
                  <a:lnTo>
                    <a:pt x="0" y="0"/>
                  </a:lnTo>
                  <a:lnTo>
                    <a:pt x="7761478" y="0"/>
                  </a:lnTo>
                  <a:lnTo>
                    <a:pt x="7761478" y="15875"/>
                  </a:lnTo>
                  <a:lnTo>
                    <a:pt x="31750" y="15875"/>
                  </a:lnTo>
                  <a:lnTo>
                    <a:pt x="15875" y="31750"/>
                  </a:lnTo>
                  <a:lnTo>
                    <a:pt x="31750" y="31750"/>
                  </a:lnTo>
                  <a:lnTo>
                    <a:pt x="31750" y="1188720"/>
                  </a:lnTo>
                  <a:lnTo>
                    <a:pt x="15875" y="1188720"/>
                  </a:lnTo>
                  <a:lnTo>
                    <a:pt x="31750" y="1204595"/>
                  </a:lnTo>
                  <a:lnTo>
                    <a:pt x="7761478" y="1204595"/>
                  </a:lnTo>
                  <a:lnTo>
                    <a:pt x="7761478" y="1220470"/>
                  </a:lnTo>
                  <a:close/>
                </a:path>
                <a:path extrusionOk="0" h="1220470" w="7761605">
                  <a:moveTo>
                    <a:pt x="31750" y="31750"/>
                  </a:moveTo>
                  <a:lnTo>
                    <a:pt x="15875" y="31750"/>
                  </a:lnTo>
                  <a:lnTo>
                    <a:pt x="31750" y="15875"/>
                  </a:lnTo>
                  <a:lnTo>
                    <a:pt x="31750" y="31750"/>
                  </a:lnTo>
                  <a:close/>
                </a:path>
                <a:path extrusionOk="0" h="1220470" w="7761605">
                  <a:moveTo>
                    <a:pt x="7729728" y="31750"/>
                  </a:moveTo>
                  <a:lnTo>
                    <a:pt x="31750" y="31750"/>
                  </a:lnTo>
                  <a:lnTo>
                    <a:pt x="31750" y="15875"/>
                  </a:lnTo>
                  <a:lnTo>
                    <a:pt x="7729728" y="15875"/>
                  </a:lnTo>
                  <a:lnTo>
                    <a:pt x="7729728" y="31750"/>
                  </a:lnTo>
                  <a:close/>
                </a:path>
                <a:path extrusionOk="0" h="1220470" w="7761605">
                  <a:moveTo>
                    <a:pt x="7729728" y="1204595"/>
                  </a:moveTo>
                  <a:lnTo>
                    <a:pt x="7729728" y="15875"/>
                  </a:lnTo>
                  <a:lnTo>
                    <a:pt x="7745603" y="31750"/>
                  </a:lnTo>
                  <a:lnTo>
                    <a:pt x="7761478" y="31750"/>
                  </a:lnTo>
                  <a:lnTo>
                    <a:pt x="7761478" y="1188720"/>
                  </a:lnTo>
                  <a:lnTo>
                    <a:pt x="7745603" y="1188720"/>
                  </a:lnTo>
                  <a:lnTo>
                    <a:pt x="7729728" y="1204595"/>
                  </a:lnTo>
                  <a:close/>
                </a:path>
                <a:path extrusionOk="0" h="1220470" w="7761605">
                  <a:moveTo>
                    <a:pt x="7761478" y="31750"/>
                  </a:moveTo>
                  <a:lnTo>
                    <a:pt x="7745603" y="31750"/>
                  </a:lnTo>
                  <a:lnTo>
                    <a:pt x="7729728" y="15875"/>
                  </a:lnTo>
                  <a:lnTo>
                    <a:pt x="7761478" y="15875"/>
                  </a:lnTo>
                  <a:lnTo>
                    <a:pt x="7761478" y="31750"/>
                  </a:lnTo>
                  <a:close/>
                </a:path>
                <a:path extrusionOk="0" h="1220470" w="7761605">
                  <a:moveTo>
                    <a:pt x="31750" y="1204595"/>
                  </a:moveTo>
                  <a:lnTo>
                    <a:pt x="15875" y="1188720"/>
                  </a:lnTo>
                  <a:lnTo>
                    <a:pt x="31750" y="1188720"/>
                  </a:lnTo>
                  <a:lnTo>
                    <a:pt x="31750" y="1204595"/>
                  </a:lnTo>
                  <a:close/>
                </a:path>
                <a:path extrusionOk="0" h="1220470" w="7761605">
                  <a:moveTo>
                    <a:pt x="7729728" y="1204595"/>
                  </a:moveTo>
                  <a:lnTo>
                    <a:pt x="31750" y="1204595"/>
                  </a:lnTo>
                  <a:lnTo>
                    <a:pt x="31750" y="1188720"/>
                  </a:lnTo>
                  <a:lnTo>
                    <a:pt x="7729728" y="1188720"/>
                  </a:lnTo>
                  <a:lnTo>
                    <a:pt x="7729728" y="1204595"/>
                  </a:lnTo>
                  <a:close/>
                </a:path>
                <a:path extrusionOk="0" h="1220470" w="7761605">
                  <a:moveTo>
                    <a:pt x="7761478" y="1204595"/>
                  </a:moveTo>
                  <a:lnTo>
                    <a:pt x="7729728" y="1204595"/>
                  </a:lnTo>
                  <a:lnTo>
                    <a:pt x="7745603" y="1188720"/>
                  </a:lnTo>
                  <a:lnTo>
                    <a:pt x="7761478" y="1188720"/>
                  </a:lnTo>
                  <a:lnTo>
                    <a:pt x="7761478" y="1204595"/>
                  </a:lnTo>
                  <a:close/>
                </a:path>
              </a:pathLst>
            </a:custGeom>
            <a:solidFill>
              <a:srgbClr val="3E3E3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65" name="Google Shape;65;p3"/>
          <p:cNvSpPr txBox="1"/>
          <p:nvPr>
            <p:ph type="title"/>
          </p:nvPr>
        </p:nvSpPr>
        <p:spPr>
          <a:xfrm>
            <a:off x="3329685" y="1023747"/>
            <a:ext cx="5532628" cy="722629"/>
          </a:xfrm>
          <a:prstGeom prst="rect">
            <a:avLst/>
          </a:prstGeom>
          <a:noFill/>
          <a:ln>
            <a:noFill/>
          </a:ln>
        </p:spPr>
        <p:txBody>
          <a:bodyPr anchorCtr="0" anchor="t" bIns="0" lIns="0" spcFirstLastPara="1" rIns="0" wrap="square" tIns="260325">
            <a:spAutoFit/>
          </a:bodyPr>
          <a:lstStyle/>
          <a:p>
            <a:pPr indent="0" lvl="0" marL="1153795" rtl="0" algn="l">
              <a:lnSpc>
                <a:spcPct val="100000"/>
              </a:lnSpc>
              <a:spcBef>
                <a:spcPts val="0"/>
              </a:spcBef>
              <a:spcAft>
                <a:spcPts val="0"/>
              </a:spcAft>
              <a:buNone/>
            </a:pPr>
            <a:r>
              <a:rPr lang="en-US"/>
              <a:t>PERATURAN UMUM</a:t>
            </a:r>
            <a:endParaRPr/>
          </a:p>
        </p:txBody>
      </p:sp>
      <p:sp>
        <p:nvSpPr>
          <p:cNvPr id="66" name="Google Shape;66;p3"/>
          <p:cNvSpPr txBox="1"/>
          <p:nvPr/>
        </p:nvSpPr>
        <p:spPr>
          <a:xfrm>
            <a:off x="1971040" y="2520950"/>
            <a:ext cx="8013065" cy="3275330"/>
          </a:xfrm>
          <a:prstGeom prst="rect">
            <a:avLst/>
          </a:prstGeom>
          <a:noFill/>
          <a:ln>
            <a:noFill/>
          </a:ln>
        </p:spPr>
        <p:txBody>
          <a:bodyPr anchorCtr="0" anchor="t" bIns="0" lIns="0" spcFirstLastPara="1" rIns="0" wrap="square" tIns="52050">
            <a:noAutofit/>
          </a:bodyPr>
          <a:lstStyle/>
          <a:p>
            <a:pPr indent="-457200" lvl="0" marL="469900" marR="5080" rtl="0" algn="just">
              <a:lnSpc>
                <a:spcPct val="124000"/>
              </a:lnSpc>
              <a:spcBef>
                <a:spcPts val="0"/>
              </a:spcBef>
              <a:spcAft>
                <a:spcPts val="0"/>
              </a:spcAft>
              <a:buClr>
                <a:srgbClr val="9BAEB5"/>
              </a:buClr>
              <a:buSzPts val="2000"/>
              <a:buFont typeface="Calibri"/>
              <a:buAutoNum type="arabicPeriod" startAt="6"/>
            </a:pPr>
            <a:r>
              <a:rPr lang="en-US" sz="2000">
                <a:solidFill>
                  <a:srgbClr val="252525"/>
                </a:solidFill>
                <a:latin typeface="Calibri"/>
                <a:ea typeface="Calibri"/>
                <a:cs typeface="Calibri"/>
                <a:sym typeface="Calibri"/>
              </a:rPr>
              <a:t>Panitia bisa memberikan diskualifikasi kepada peserta selama turnamen sewaktu-waktu jika ada tindakan yang melanggar peraturan dan kelakuan buruk oleh peserta.</a:t>
            </a:r>
            <a:endParaRPr sz="2000">
              <a:latin typeface="Calibri"/>
              <a:ea typeface="Calibri"/>
              <a:cs typeface="Calibri"/>
              <a:sym typeface="Calibri"/>
            </a:endParaRPr>
          </a:p>
          <a:p>
            <a:pPr indent="-457200" lvl="0" marL="469900" rtl="0" algn="just">
              <a:lnSpc>
                <a:spcPct val="124000"/>
              </a:lnSpc>
              <a:spcBef>
                <a:spcPts val="685"/>
              </a:spcBef>
              <a:spcAft>
                <a:spcPts val="0"/>
              </a:spcAft>
              <a:buClr>
                <a:srgbClr val="9BAEB5"/>
              </a:buClr>
              <a:buSzPts val="2000"/>
              <a:buFont typeface="Calibri"/>
              <a:buAutoNum type="arabicPeriod" startAt="6"/>
            </a:pPr>
            <a:r>
              <a:rPr lang="en-US" sz="2000">
                <a:solidFill>
                  <a:srgbClr val="252525"/>
                </a:solidFill>
                <a:latin typeface="Calibri"/>
                <a:ea typeface="Calibri"/>
                <a:cs typeface="Calibri"/>
                <a:sym typeface="Calibri"/>
              </a:rPr>
              <a:t>Ketua Team diwajibkan bergabung dalam Group Whatsapp.</a:t>
            </a:r>
            <a:endParaRPr sz="2000">
              <a:latin typeface="Calibri"/>
              <a:ea typeface="Calibri"/>
              <a:cs typeface="Calibri"/>
              <a:sym typeface="Calibri"/>
            </a:endParaRPr>
          </a:p>
          <a:p>
            <a:pPr indent="-457200" lvl="0" marL="469900" rtl="0" algn="just">
              <a:lnSpc>
                <a:spcPct val="124000"/>
              </a:lnSpc>
              <a:spcBef>
                <a:spcPts val="700"/>
              </a:spcBef>
              <a:spcAft>
                <a:spcPts val="0"/>
              </a:spcAft>
              <a:buClr>
                <a:srgbClr val="9BAEB5"/>
              </a:buClr>
              <a:buSzPts val="2000"/>
              <a:buFont typeface="Calibri"/>
              <a:buAutoNum type="arabicPeriod" startAt="6"/>
            </a:pPr>
            <a:r>
              <a:rPr lang="en-US" sz="2000">
                <a:solidFill>
                  <a:srgbClr val="252525"/>
                </a:solidFill>
                <a:latin typeface="Calibri"/>
                <a:ea typeface="Calibri"/>
                <a:cs typeface="Calibri"/>
                <a:sym typeface="Calibri"/>
              </a:rPr>
              <a:t>Peserta diwajibkan untuk berada di sekitar area pertandingan.</a:t>
            </a:r>
            <a:endParaRPr sz="2000">
              <a:latin typeface="Calibri"/>
              <a:ea typeface="Calibri"/>
              <a:cs typeface="Calibri"/>
              <a:sym typeface="Calibri"/>
            </a:endParaRPr>
          </a:p>
          <a:p>
            <a:pPr indent="-457200" lvl="0" marL="469900" marR="5080" rtl="0" algn="just">
              <a:lnSpc>
                <a:spcPct val="124000"/>
              </a:lnSpc>
              <a:spcBef>
                <a:spcPts val="1015"/>
              </a:spcBef>
              <a:spcAft>
                <a:spcPts val="0"/>
              </a:spcAft>
              <a:buClr>
                <a:srgbClr val="9BAEB5"/>
              </a:buClr>
              <a:buSzPts val="2000"/>
              <a:buFont typeface="Calibri"/>
              <a:buAutoNum type="arabicPeriod" startAt="6"/>
            </a:pPr>
            <a:r>
              <a:rPr lang="en-US" sz="2000">
                <a:solidFill>
                  <a:srgbClr val="252525"/>
                </a:solidFill>
                <a:latin typeface="Calibri"/>
                <a:ea typeface="Calibri"/>
                <a:cs typeface="Calibri"/>
                <a:sym typeface="Calibri"/>
              </a:rPr>
              <a:t>Setelah menyelesaikan pertandingan, Bagi tim yang menang segera kirim screenshoot hasil pertandingan kepada panitia dengan format ( A VS B, WIN TEAM A )</a:t>
            </a:r>
            <a:endParaRPr sz="2000">
              <a:solidFill>
                <a:srgbClr val="252525"/>
              </a:solidFill>
              <a:latin typeface="Calibri"/>
              <a:ea typeface="Calibri"/>
              <a:cs typeface="Calibri"/>
              <a:sym typeface="Calibri"/>
            </a:endParaRPr>
          </a:p>
          <a:p>
            <a:pPr indent="-457200" lvl="0" marL="469900" marR="5080" rtl="0" algn="just">
              <a:lnSpc>
                <a:spcPct val="124000"/>
              </a:lnSpc>
              <a:spcBef>
                <a:spcPts val="1015"/>
              </a:spcBef>
              <a:spcAft>
                <a:spcPts val="0"/>
              </a:spcAft>
              <a:buClr>
                <a:srgbClr val="9BAEB5"/>
              </a:buClr>
              <a:buSzPts val="2000"/>
              <a:buFont typeface="Calibri"/>
              <a:buAutoNum type="arabicPeriod" startAt="6"/>
            </a:pPr>
            <a:r>
              <a:rPr lang="en-US" sz="2000">
                <a:solidFill>
                  <a:srgbClr val="252525"/>
                </a:solidFill>
                <a:latin typeface="Calibri"/>
                <a:ea typeface="Calibri"/>
                <a:cs typeface="Calibri"/>
                <a:sym typeface="Calibri"/>
              </a:rPr>
              <a:t>Hanya menggunakan Smartphone ( tidak boleh menggunakan tablet)</a:t>
            </a:r>
            <a:endParaRPr sz="2000">
              <a:solidFill>
                <a:srgbClr val="252525"/>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grpSp>
        <p:nvGrpSpPr>
          <p:cNvPr id="71" name="Google Shape;71;p4"/>
          <p:cNvGrpSpPr/>
          <p:nvPr/>
        </p:nvGrpSpPr>
        <p:grpSpPr>
          <a:xfrm>
            <a:off x="2215260" y="948816"/>
            <a:ext cx="7761605" cy="1220470"/>
            <a:chOff x="2215260" y="948816"/>
            <a:chExt cx="7761605" cy="1220470"/>
          </a:xfrm>
        </p:grpSpPr>
        <p:sp>
          <p:nvSpPr>
            <p:cNvPr id="72" name="Google Shape;72;p4"/>
            <p:cNvSpPr/>
            <p:nvPr/>
          </p:nvSpPr>
          <p:spPr>
            <a:xfrm>
              <a:off x="2231135" y="964691"/>
              <a:ext cx="7729855" cy="1188720"/>
            </a:xfrm>
            <a:custGeom>
              <a:rect b="b" l="l" r="r" t="t"/>
              <a:pathLst>
                <a:path extrusionOk="0" h="1188720" w="7729855">
                  <a:moveTo>
                    <a:pt x="7729727" y="1188720"/>
                  </a:moveTo>
                  <a:lnTo>
                    <a:pt x="0" y="1188720"/>
                  </a:lnTo>
                  <a:lnTo>
                    <a:pt x="0" y="0"/>
                  </a:lnTo>
                  <a:lnTo>
                    <a:pt x="7729727" y="0"/>
                  </a:lnTo>
                  <a:lnTo>
                    <a:pt x="7729727" y="118872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3" name="Google Shape;73;p4"/>
            <p:cNvSpPr/>
            <p:nvPr/>
          </p:nvSpPr>
          <p:spPr>
            <a:xfrm>
              <a:off x="2215260" y="948816"/>
              <a:ext cx="7761605" cy="1220470"/>
            </a:xfrm>
            <a:custGeom>
              <a:rect b="b" l="l" r="r" t="t"/>
              <a:pathLst>
                <a:path extrusionOk="0" h="1220470" w="7761605">
                  <a:moveTo>
                    <a:pt x="7761478" y="1220470"/>
                  </a:moveTo>
                  <a:lnTo>
                    <a:pt x="0" y="1220470"/>
                  </a:lnTo>
                  <a:lnTo>
                    <a:pt x="0" y="0"/>
                  </a:lnTo>
                  <a:lnTo>
                    <a:pt x="7761478" y="0"/>
                  </a:lnTo>
                  <a:lnTo>
                    <a:pt x="7761478" y="15875"/>
                  </a:lnTo>
                  <a:lnTo>
                    <a:pt x="31750" y="15875"/>
                  </a:lnTo>
                  <a:lnTo>
                    <a:pt x="15875" y="31750"/>
                  </a:lnTo>
                  <a:lnTo>
                    <a:pt x="31750" y="31750"/>
                  </a:lnTo>
                  <a:lnTo>
                    <a:pt x="31750" y="1188720"/>
                  </a:lnTo>
                  <a:lnTo>
                    <a:pt x="15875" y="1188720"/>
                  </a:lnTo>
                  <a:lnTo>
                    <a:pt x="31750" y="1204595"/>
                  </a:lnTo>
                  <a:lnTo>
                    <a:pt x="7761478" y="1204595"/>
                  </a:lnTo>
                  <a:lnTo>
                    <a:pt x="7761478" y="1220470"/>
                  </a:lnTo>
                  <a:close/>
                </a:path>
                <a:path extrusionOk="0" h="1220470" w="7761605">
                  <a:moveTo>
                    <a:pt x="31750" y="31750"/>
                  </a:moveTo>
                  <a:lnTo>
                    <a:pt x="15875" y="31750"/>
                  </a:lnTo>
                  <a:lnTo>
                    <a:pt x="31750" y="15875"/>
                  </a:lnTo>
                  <a:lnTo>
                    <a:pt x="31750" y="31750"/>
                  </a:lnTo>
                  <a:close/>
                </a:path>
                <a:path extrusionOk="0" h="1220470" w="7761605">
                  <a:moveTo>
                    <a:pt x="7729728" y="31750"/>
                  </a:moveTo>
                  <a:lnTo>
                    <a:pt x="31750" y="31750"/>
                  </a:lnTo>
                  <a:lnTo>
                    <a:pt x="31750" y="15875"/>
                  </a:lnTo>
                  <a:lnTo>
                    <a:pt x="7729728" y="15875"/>
                  </a:lnTo>
                  <a:lnTo>
                    <a:pt x="7729728" y="31750"/>
                  </a:lnTo>
                  <a:close/>
                </a:path>
                <a:path extrusionOk="0" h="1220470" w="7761605">
                  <a:moveTo>
                    <a:pt x="7729728" y="1204595"/>
                  </a:moveTo>
                  <a:lnTo>
                    <a:pt x="7729728" y="15875"/>
                  </a:lnTo>
                  <a:lnTo>
                    <a:pt x="7745603" y="31750"/>
                  </a:lnTo>
                  <a:lnTo>
                    <a:pt x="7761478" y="31750"/>
                  </a:lnTo>
                  <a:lnTo>
                    <a:pt x="7761478" y="1188720"/>
                  </a:lnTo>
                  <a:lnTo>
                    <a:pt x="7745603" y="1188720"/>
                  </a:lnTo>
                  <a:lnTo>
                    <a:pt x="7729728" y="1204595"/>
                  </a:lnTo>
                  <a:close/>
                </a:path>
                <a:path extrusionOk="0" h="1220470" w="7761605">
                  <a:moveTo>
                    <a:pt x="7761478" y="31750"/>
                  </a:moveTo>
                  <a:lnTo>
                    <a:pt x="7745603" y="31750"/>
                  </a:lnTo>
                  <a:lnTo>
                    <a:pt x="7729728" y="15875"/>
                  </a:lnTo>
                  <a:lnTo>
                    <a:pt x="7761478" y="15875"/>
                  </a:lnTo>
                  <a:lnTo>
                    <a:pt x="7761478" y="31750"/>
                  </a:lnTo>
                  <a:close/>
                </a:path>
                <a:path extrusionOk="0" h="1220470" w="7761605">
                  <a:moveTo>
                    <a:pt x="31750" y="1204595"/>
                  </a:moveTo>
                  <a:lnTo>
                    <a:pt x="15875" y="1188720"/>
                  </a:lnTo>
                  <a:lnTo>
                    <a:pt x="31750" y="1188720"/>
                  </a:lnTo>
                  <a:lnTo>
                    <a:pt x="31750" y="1204595"/>
                  </a:lnTo>
                  <a:close/>
                </a:path>
                <a:path extrusionOk="0" h="1220470" w="7761605">
                  <a:moveTo>
                    <a:pt x="7729728" y="1204595"/>
                  </a:moveTo>
                  <a:lnTo>
                    <a:pt x="31750" y="1204595"/>
                  </a:lnTo>
                  <a:lnTo>
                    <a:pt x="31750" y="1188720"/>
                  </a:lnTo>
                  <a:lnTo>
                    <a:pt x="7729728" y="1188720"/>
                  </a:lnTo>
                  <a:lnTo>
                    <a:pt x="7729728" y="1204595"/>
                  </a:lnTo>
                  <a:close/>
                </a:path>
                <a:path extrusionOk="0" h="1220470" w="7761605">
                  <a:moveTo>
                    <a:pt x="7761478" y="1204595"/>
                  </a:moveTo>
                  <a:lnTo>
                    <a:pt x="7729728" y="1204595"/>
                  </a:lnTo>
                  <a:lnTo>
                    <a:pt x="7745603" y="1188720"/>
                  </a:lnTo>
                  <a:lnTo>
                    <a:pt x="7761478" y="1188720"/>
                  </a:lnTo>
                  <a:lnTo>
                    <a:pt x="7761478" y="1204595"/>
                  </a:lnTo>
                  <a:close/>
                </a:path>
              </a:pathLst>
            </a:custGeom>
            <a:solidFill>
              <a:srgbClr val="3E3E3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74" name="Google Shape;74;p4"/>
          <p:cNvSpPr txBox="1"/>
          <p:nvPr>
            <p:ph type="title"/>
          </p:nvPr>
        </p:nvSpPr>
        <p:spPr>
          <a:xfrm>
            <a:off x="3329685" y="1023747"/>
            <a:ext cx="5532628" cy="690245"/>
          </a:xfrm>
          <a:prstGeom prst="rect">
            <a:avLst/>
          </a:prstGeom>
          <a:noFill/>
          <a:ln>
            <a:noFill/>
          </a:ln>
        </p:spPr>
        <p:txBody>
          <a:bodyPr anchorCtr="0" anchor="t" bIns="0" lIns="0" spcFirstLastPara="1" rIns="0" wrap="square" tIns="260325">
            <a:spAutoFit/>
          </a:bodyPr>
          <a:lstStyle/>
          <a:p>
            <a:pPr indent="0" lvl="0" marL="1153795" rtl="0" algn="l">
              <a:lnSpc>
                <a:spcPct val="100000"/>
              </a:lnSpc>
              <a:spcBef>
                <a:spcPts val="0"/>
              </a:spcBef>
              <a:spcAft>
                <a:spcPts val="0"/>
              </a:spcAft>
              <a:buNone/>
            </a:pPr>
            <a:r>
              <a:rPr lang="en-US"/>
              <a:t>KETENTUAN PESERTA</a:t>
            </a:r>
            <a:endParaRPr/>
          </a:p>
        </p:txBody>
      </p:sp>
      <p:sp>
        <p:nvSpPr>
          <p:cNvPr id="75" name="Google Shape;75;p4"/>
          <p:cNvSpPr txBox="1"/>
          <p:nvPr/>
        </p:nvSpPr>
        <p:spPr>
          <a:xfrm>
            <a:off x="1932305" y="2514600"/>
            <a:ext cx="8044815" cy="4091305"/>
          </a:xfrm>
          <a:prstGeom prst="rect">
            <a:avLst/>
          </a:prstGeom>
          <a:noFill/>
          <a:ln>
            <a:noFill/>
          </a:ln>
        </p:spPr>
        <p:txBody>
          <a:bodyPr anchorCtr="0" anchor="t" bIns="45700" lIns="91425" spcFirstLastPara="1" rIns="91425" wrap="square" tIns="45700">
            <a:noAutofit/>
          </a:bodyPr>
          <a:lstStyle/>
          <a:p>
            <a:pPr indent="-457200" lvl="0" marL="469900" rtl="0" algn="just">
              <a:lnSpc>
                <a:spcPct val="100000"/>
              </a:lnSpc>
              <a:spcBef>
                <a:spcPts val="0"/>
              </a:spcBef>
              <a:spcAft>
                <a:spcPts val="0"/>
              </a:spcAft>
              <a:buClr>
                <a:srgbClr val="9BAEB5"/>
              </a:buClr>
              <a:buSzPts val="2000"/>
              <a:buFont typeface="Calibri"/>
              <a:buAutoNum type="arabicPeriod"/>
            </a:pPr>
            <a:r>
              <a:rPr lang="en-US" sz="2000">
                <a:solidFill>
                  <a:srgbClr val="252525"/>
                </a:solidFill>
                <a:latin typeface="Calibri"/>
                <a:ea typeface="Calibri"/>
                <a:cs typeface="Calibri"/>
                <a:sym typeface="Calibri"/>
              </a:rPr>
              <a:t>Komposisi pemain dalam satu tim wajib satu sekolah yang sama</a:t>
            </a:r>
            <a:endParaRPr sz="2000">
              <a:solidFill>
                <a:srgbClr val="252525"/>
              </a:solidFill>
              <a:latin typeface="Calibri"/>
              <a:ea typeface="Calibri"/>
              <a:cs typeface="Calibri"/>
              <a:sym typeface="Calibri"/>
            </a:endParaRPr>
          </a:p>
          <a:p>
            <a:pPr indent="-457200" lvl="0" marL="469900" rtl="0" algn="just">
              <a:lnSpc>
                <a:spcPct val="100000"/>
              </a:lnSpc>
              <a:spcBef>
                <a:spcPts val="700"/>
              </a:spcBef>
              <a:spcAft>
                <a:spcPts val="0"/>
              </a:spcAft>
              <a:buClr>
                <a:srgbClr val="9BAEB5"/>
              </a:buClr>
              <a:buSzPts val="2000"/>
              <a:buFont typeface="Calibri"/>
              <a:buAutoNum type="arabicPeriod"/>
            </a:pPr>
            <a:r>
              <a:rPr lang="en-US" sz="2000">
                <a:solidFill>
                  <a:srgbClr val="252525"/>
                </a:solidFill>
                <a:latin typeface="Calibri"/>
                <a:ea typeface="Calibri"/>
                <a:cs typeface="Calibri"/>
                <a:sym typeface="Calibri"/>
              </a:rPr>
              <a:t>Peserta wajib merupakan siswa aktif di sekolahnya</a:t>
            </a:r>
            <a:endParaRPr sz="2000">
              <a:solidFill>
                <a:srgbClr val="252525"/>
              </a:solidFill>
              <a:latin typeface="Calibri"/>
              <a:ea typeface="Calibri"/>
              <a:cs typeface="Calibri"/>
              <a:sym typeface="Calibri"/>
            </a:endParaRPr>
          </a:p>
          <a:p>
            <a:pPr indent="-457200" lvl="0" marL="469900" rtl="0" algn="just">
              <a:lnSpc>
                <a:spcPct val="100000"/>
              </a:lnSpc>
              <a:spcBef>
                <a:spcPts val="700"/>
              </a:spcBef>
              <a:spcAft>
                <a:spcPts val="0"/>
              </a:spcAft>
              <a:buClr>
                <a:srgbClr val="9BAEB5"/>
              </a:buClr>
              <a:buSzPts val="2000"/>
              <a:buFont typeface="Calibri"/>
              <a:buAutoNum type="arabicPeriod"/>
            </a:pPr>
            <a:r>
              <a:rPr lang="en-US" sz="2000">
                <a:solidFill>
                  <a:srgbClr val="252525"/>
                </a:solidFill>
                <a:latin typeface="Calibri"/>
                <a:ea typeface="Calibri"/>
                <a:cs typeface="Calibri"/>
                <a:sym typeface="Calibri"/>
              </a:rPr>
              <a:t>Peserta wajib menggunakan pakaian idenditas sekolah/jersey sekolah (seragam 1 tim)</a:t>
            </a:r>
            <a:endParaRPr sz="2000">
              <a:solidFill>
                <a:srgbClr val="252525"/>
              </a:solidFill>
              <a:latin typeface="Calibri"/>
              <a:ea typeface="Calibri"/>
              <a:cs typeface="Calibri"/>
              <a:sym typeface="Calibri"/>
            </a:endParaRPr>
          </a:p>
          <a:p>
            <a:pPr indent="-457200" lvl="0" marL="469900" rtl="0" algn="just">
              <a:lnSpc>
                <a:spcPct val="100000"/>
              </a:lnSpc>
              <a:spcBef>
                <a:spcPts val="700"/>
              </a:spcBef>
              <a:spcAft>
                <a:spcPts val="0"/>
              </a:spcAft>
              <a:buClr>
                <a:srgbClr val="9BAEB5"/>
              </a:buClr>
              <a:buSzPts val="2000"/>
              <a:buFont typeface="Calibri"/>
              <a:buAutoNum type="arabicPeriod"/>
            </a:pPr>
            <a:r>
              <a:rPr lang="en-US" sz="2000">
                <a:solidFill>
                  <a:srgbClr val="252525"/>
                </a:solidFill>
                <a:latin typeface="Calibri"/>
                <a:ea typeface="Calibri"/>
                <a:cs typeface="Calibri"/>
                <a:sym typeface="Calibri"/>
              </a:rPr>
              <a:t>Peserta wajib membawa penanda identitas diri yaitu surat keterangan, rapor, kartu pelajar (wajib dibawa semua)</a:t>
            </a:r>
            <a:endParaRPr sz="2000">
              <a:solidFill>
                <a:srgbClr val="252525"/>
              </a:solidFill>
              <a:latin typeface="Calibri"/>
              <a:ea typeface="Calibri"/>
              <a:cs typeface="Calibri"/>
              <a:sym typeface="Calibri"/>
            </a:endParaRPr>
          </a:p>
          <a:p>
            <a:pPr indent="-457200" lvl="0" marL="469900" rtl="0" algn="just">
              <a:lnSpc>
                <a:spcPct val="100000"/>
              </a:lnSpc>
              <a:spcBef>
                <a:spcPts val="700"/>
              </a:spcBef>
              <a:spcAft>
                <a:spcPts val="0"/>
              </a:spcAft>
              <a:buClr>
                <a:srgbClr val="9BAEB5"/>
              </a:buClr>
              <a:buSzPts val="2000"/>
              <a:buFont typeface="Calibri"/>
              <a:buAutoNum type="arabicPeriod"/>
            </a:pPr>
            <a:r>
              <a:rPr lang="en-US" sz="2000">
                <a:latin typeface="Calibri"/>
                <a:ea typeface="Calibri"/>
                <a:cs typeface="Calibri"/>
                <a:sym typeface="Calibri"/>
              </a:rPr>
              <a:t>Setiap Pemain hanya bisa bermain di satu tim</a:t>
            </a:r>
            <a:endParaRPr sz="2000">
              <a:latin typeface="Calibri"/>
              <a:ea typeface="Calibri"/>
              <a:cs typeface="Calibri"/>
              <a:sym typeface="Calibri"/>
            </a:endParaRPr>
          </a:p>
          <a:p>
            <a:pPr indent="-457200" lvl="0" marL="469900" rtl="0" algn="just">
              <a:lnSpc>
                <a:spcPct val="100000"/>
              </a:lnSpc>
              <a:spcBef>
                <a:spcPts val="700"/>
              </a:spcBef>
              <a:spcAft>
                <a:spcPts val="0"/>
              </a:spcAft>
              <a:buClr>
                <a:srgbClr val="9BAEB5"/>
              </a:buClr>
              <a:buSzPts val="2000"/>
              <a:buFont typeface="Calibri"/>
              <a:buAutoNum type="arabicPeriod"/>
            </a:pPr>
            <a:r>
              <a:rPr lang="en-US" sz="2000">
                <a:latin typeface="Calibri"/>
                <a:ea typeface="Calibri"/>
                <a:cs typeface="Calibri"/>
                <a:sym typeface="Calibri"/>
              </a:rPr>
              <a:t>diwajibkan membawa cuk roll sendiri</a:t>
            </a:r>
            <a:endParaRPr sz="2000">
              <a:latin typeface="Calibri"/>
              <a:ea typeface="Calibri"/>
              <a:cs typeface="Calibri"/>
              <a:sym typeface="Calibri"/>
            </a:endParaRPr>
          </a:p>
          <a:p>
            <a:pPr indent="-355600" lvl="0" marL="457200" marR="653415" rtl="0" algn="l">
              <a:lnSpc>
                <a:spcPct val="150000"/>
              </a:lnSpc>
              <a:spcBef>
                <a:spcPts val="1200"/>
              </a:spcBef>
              <a:spcAft>
                <a:spcPts val="0"/>
              </a:spcAft>
              <a:buSzPts val="2000"/>
              <a:buFont typeface="Calibri"/>
              <a:buAutoNum type="arabicPeriod"/>
            </a:pPr>
            <a:r>
              <a:rPr lang="en-US" sz="2000">
                <a:solidFill>
                  <a:schemeClr val="dk1"/>
                </a:solidFill>
                <a:latin typeface="Times New Roman"/>
                <a:ea typeface="Times New Roman"/>
                <a:cs typeface="Times New Roman"/>
                <a:sym typeface="Times New Roman"/>
              </a:rPr>
              <a:t>Koneksi internet ditanggung oleh peserta</a:t>
            </a:r>
            <a:endParaRPr sz="2000">
              <a:latin typeface="Calibri"/>
              <a:ea typeface="Calibri"/>
              <a:cs typeface="Calibri"/>
              <a:sym typeface="Calibri"/>
            </a:endParaRPr>
          </a:p>
          <a:p>
            <a:pPr indent="-330200" lvl="0" marL="469900" rtl="0" algn="just">
              <a:lnSpc>
                <a:spcPct val="100000"/>
              </a:lnSpc>
              <a:spcBef>
                <a:spcPts val="700"/>
              </a:spcBef>
              <a:spcAft>
                <a:spcPts val="0"/>
              </a:spcAft>
              <a:buClr>
                <a:srgbClr val="9BAEB5"/>
              </a:buClr>
              <a:buSzPts val="2000"/>
              <a:buFont typeface="Calibri"/>
              <a:buNone/>
            </a:pPr>
            <a:r>
              <a:t/>
            </a:r>
            <a:endParaRPr sz="2000">
              <a:solidFill>
                <a:srgbClr val="252525"/>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grpSp>
        <p:nvGrpSpPr>
          <p:cNvPr id="80" name="Google Shape;80;p5"/>
          <p:cNvGrpSpPr/>
          <p:nvPr/>
        </p:nvGrpSpPr>
        <p:grpSpPr>
          <a:xfrm>
            <a:off x="2215260" y="948816"/>
            <a:ext cx="7761605" cy="1220470"/>
            <a:chOff x="2215260" y="948816"/>
            <a:chExt cx="7761605" cy="1220470"/>
          </a:xfrm>
        </p:grpSpPr>
        <p:sp>
          <p:nvSpPr>
            <p:cNvPr id="81" name="Google Shape;81;p5"/>
            <p:cNvSpPr/>
            <p:nvPr/>
          </p:nvSpPr>
          <p:spPr>
            <a:xfrm>
              <a:off x="2231135" y="964691"/>
              <a:ext cx="7729855" cy="1188720"/>
            </a:xfrm>
            <a:custGeom>
              <a:rect b="b" l="l" r="r" t="t"/>
              <a:pathLst>
                <a:path extrusionOk="0" h="1188720" w="7729855">
                  <a:moveTo>
                    <a:pt x="7729727" y="1188720"/>
                  </a:moveTo>
                  <a:lnTo>
                    <a:pt x="0" y="1188720"/>
                  </a:lnTo>
                  <a:lnTo>
                    <a:pt x="0" y="0"/>
                  </a:lnTo>
                  <a:lnTo>
                    <a:pt x="7729727" y="0"/>
                  </a:lnTo>
                  <a:lnTo>
                    <a:pt x="7729727" y="118872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2" name="Google Shape;82;p5"/>
            <p:cNvSpPr/>
            <p:nvPr/>
          </p:nvSpPr>
          <p:spPr>
            <a:xfrm>
              <a:off x="2215260" y="948816"/>
              <a:ext cx="7761605" cy="1220470"/>
            </a:xfrm>
            <a:custGeom>
              <a:rect b="b" l="l" r="r" t="t"/>
              <a:pathLst>
                <a:path extrusionOk="0" h="1220470" w="7761605">
                  <a:moveTo>
                    <a:pt x="7761478" y="1220470"/>
                  </a:moveTo>
                  <a:lnTo>
                    <a:pt x="0" y="1220470"/>
                  </a:lnTo>
                  <a:lnTo>
                    <a:pt x="0" y="0"/>
                  </a:lnTo>
                  <a:lnTo>
                    <a:pt x="7761478" y="0"/>
                  </a:lnTo>
                  <a:lnTo>
                    <a:pt x="7761478" y="15875"/>
                  </a:lnTo>
                  <a:lnTo>
                    <a:pt x="31750" y="15875"/>
                  </a:lnTo>
                  <a:lnTo>
                    <a:pt x="15875" y="31750"/>
                  </a:lnTo>
                  <a:lnTo>
                    <a:pt x="31750" y="31750"/>
                  </a:lnTo>
                  <a:lnTo>
                    <a:pt x="31750" y="1188720"/>
                  </a:lnTo>
                  <a:lnTo>
                    <a:pt x="15875" y="1188720"/>
                  </a:lnTo>
                  <a:lnTo>
                    <a:pt x="31750" y="1204595"/>
                  </a:lnTo>
                  <a:lnTo>
                    <a:pt x="7761478" y="1204595"/>
                  </a:lnTo>
                  <a:lnTo>
                    <a:pt x="7761478" y="1220470"/>
                  </a:lnTo>
                  <a:close/>
                </a:path>
                <a:path extrusionOk="0" h="1220470" w="7761605">
                  <a:moveTo>
                    <a:pt x="31750" y="31750"/>
                  </a:moveTo>
                  <a:lnTo>
                    <a:pt x="15875" y="31750"/>
                  </a:lnTo>
                  <a:lnTo>
                    <a:pt x="31750" y="15875"/>
                  </a:lnTo>
                  <a:lnTo>
                    <a:pt x="31750" y="31750"/>
                  </a:lnTo>
                  <a:close/>
                </a:path>
                <a:path extrusionOk="0" h="1220470" w="7761605">
                  <a:moveTo>
                    <a:pt x="7729728" y="31750"/>
                  </a:moveTo>
                  <a:lnTo>
                    <a:pt x="31750" y="31750"/>
                  </a:lnTo>
                  <a:lnTo>
                    <a:pt x="31750" y="15875"/>
                  </a:lnTo>
                  <a:lnTo>
                    <a:pt x="7729728" y="15875"/>
                  </a:lnTo>
                  <a:lnTo>
                    <a:pt x="7729728" y="31750"/>
                  </a:lnTo>
                  <a:close/>
                </a:path>
                <a:path extrusionOk="0" h="1220470" w="7761605">
                  <a:moveTo>
                    <a:pt x="7729728" y="1204595"/>
                  </a:moveTo>
                  <a:lnTo>
                    <a:pt x="7729728" y="15875"/>
                  </a:lnTo>
                  <a:lnTo>
                    <a:pt x="7745603" y="31750"/>
                  </a:lnTo>
                  <a:lnTo>
                    <a:pt x="7761478" y="31750"/>
                  </a:lnTo>
                  <a:lnTo>
                    <a:pt x="7761478" y="1188720"/>
                  </a:lnTo>
                  <a:lnTo>
                    <a:pt x="7745603" y="1188720"/>
                  </a:lnTo>
                  <a:lnTo>
                    <a:pt x="7729728" y="1204595"/>
                  </a:lnTo>
                  <a:close/>
                </a:path>
                <a:path extrusionOk="0" h="1220470" w="7761605">
                  <a:moveTo>
                    <a:pt x="7761478" y="31750"/>
                  </a:moveTo>
                  <a:lnTo>
                    <a:pt x="7745603" y="31750"/>
                  </a:lnTo>
                  <a:lnTo>
                    <a:pt x="7729728" y="15875"/>
                  </a:lnTo>
                  <a:lnTo>
                    <a:pt x="7761478" y="15875"/>
                  </a:lnTo>
                  <a:lnTo>
                    <a:pt x="7761478" y="31750"/>
                  </a:lnTo>
                  <a:close/>
                </a:path>
                <a:path extrusionOk="0" h="1220470" w="7761605">
                  <a:moveTo>
                    <a:pt x="31750" y="1204595"/>
                  </a:moveTo>
                  <a:lnTo>
                    <a:pt x="15875" y="1188720"/>
                  </a:lnTo>
                  <a:lnTo>
                    <a:pt x="31750" y="1188720"/>
                  </a:lnTo>
                  <a:lnTo>
                    <a:pt x="31750" y="1204595"/>
                  </a:lnTo>
                  <a:close/>
                </a:path>
                <a:path extrusionOk="0" h="1220470" w="7761605">
                  <a:moveTo>
                    <a:pt x="7729728" y="1204595"/>
                  </a:moveTo>
                  <a:lnTo>
                    <a:pt x="31750" y="1204595"/>
                  </a:lnTo>
                  <a:lnTo>
                    <a:pt x="31750" y="1188720"/>
                  </a:lnTo>
                  <a:lnTo>
                    <a:pt x="7729728" y="1188720"/>
                  </a:lnTo>
                  <a:lnTo>
                    <a:pt x="7729728" y="1204595"/>
                  </a:lnTo>
                  <a:close/>
                </a:path>
                <a:path extrusionOk="0" h="1220470" w="7761605">
                  <a:moveTo>
                    <a:pt x="7761478" y="1204595"/>
                  </a:moveTo>
                  <a:lnTo>
                    <a:pt x="7729728" y="1204595"/>
                  </a:lnTo>
                  <a:lnTo>
                    <a:pt x="7745603" y="1188720"/>
                  </a:lnTo>
                  <a:lnTo>
                    <a:pt x="7761478" y="1188720"/>
                  </a:lnTo>
                  <a:lnTo>
                    <a:pt x="7761478" y="1204595"/>
                  </a:lnTo>
                  <a:close/>
                </a:path>
              </a:pathLst>
            </a:custGeom>
            <a:solidFill>
              <a:srgbClr val="3E3E3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83" name="Google Shape;83;p5"/>
          <p:cNvSpPr txBox="1"/>
          <p:nvPr>
            <p:ph type="title"/>
          </p:nvPr>
        </p:nvSpPr>
        <p:spPr>
          <a:xfrm>
            <a:off x="3168650" y="1143000"/>
            <a:ext cx="5854065" cy="713105"/>
          </a:xfrm>
          <a:prstGeom prst="rect">
            <a:avLst/>
          </a:prstGeom>
          <a:noFill/>
          <a:ln>
            <a:noFill/>
          </a:ln>
        </p:spPr>
        <p:txBody>
          <a:bodyPr anchorCtr="0" anchor="t" bIns="0" lIns="0" spcFirstLastPara="1" rIns="0" wrap="square" tIns="221600">
            <a:spAutoFit/>
          </a:bodyPr>
          <a:lstStyle/>
          <a:p>
            <a:pPr indent="0" lvl="0" marL="12700" rtl="0" algn="l">
              <a:lnSpc>
                <a:spcPct val="100000"/>
              </a:lnSpc>
              <a:spcBef>
                <a:spcPts val="0"/>
              </a:spcBef>
              <a:spcAft>
                <a:spcPts val="0"/>
              </a:spcAft>
              <a:buNone/>
            </a:pPr>
            <a:r>
              <a:rPr lang="en-US" sz="3200"/>
              <a:t>PENALTI/DISKUALIFIKASI/WO</a:t>
            </a:r>
            <a:endParaRPr sz="3200"/>
          </a:p>
        </p:txBody>
      </p:sp>
      <p:sp>
        <p:nvSpPr>
          <p:cNvPr id="84" name="Google Shape;84;p5"/>
          <p:cNvSpPr txBox="1"/>
          <p:nvPr/>
        </p:nvSpPr>
        <p:spPr>
          <a:xfrm>
            <a:off x="1989455" y="2362200"/>
            <a:ext cx="8070850" cy="3837940"/>
          </a:xfrm>
          <a:prstGeom prst="rect">
            <a:avLst/>
          </a:prstGeom>
          <a:noFill/>
          <a:ln>
            <a:noFill/>
          </a:ln>
        </p:spPr>
        <p:txBody>
          <a:bodyPr anchorCtr="0" anchor="t" bIns="0" lIns="0" spcFirstLastPara="1" rIns="0" wrap="square" tIns="45075">
            <a:spAutoFit/>
          </a:bodyPr>
          <a:lstStyle/>
          <a:p>
            <a:pPr indent="-342900" lvl="0" marL="355600" marR="5080" rtl="0" algn="just">
              <a:lnSpc>
                <a:spcPct val="100000"/>
              </a:lnSpc>
              <a:spcBef>
                <a:spcPts val="0"/>
              </a:spcBef>
              <a:spcAft>
                <a:spcPts val="0"/>
              </a:spcAft>
              <a:buClr>
                <a:srgbClr val="9BAEB5"/>
              </a:buClr>
              <a:buSzPts val="1800"/>
              <a:buFont typeface="Trebuchet MS"/>
              <a:buAutoNum type="arabicPeriod"/>
            </a:pPr>
            <a:r>
              <a:rPr lang="en-US" sz="1800">
                <a:solidFill>
                  <a:srgbClr val="252525"/>
                </a:solidFill>
                <a:latin typeface="Trebuchet MS"/>
                <a:ea typeface="Trebuchet MS"/>
                <a:cs typeface="Trebuchet MS"/>
                <a:sym typeface="Trebuchet MS"/>
              </a:rPr>
              <a:t>Jika peserta bermain dengan pemain yang tidak sesuai dengan yang didaftarkan tanpa konfirmasi ke panitia, maka peserta bisa didiskualifikasi.</a:t>
            </a:r>
            <a:endParaRPr sz="1800">
              <a:latin typeface="Trebuchet MS"/>
              <a:ea typeface="Trebuchet MS"/>
              <a:cs typeface="Trebuchet MS"/>
              <a:sym typeface="Trebuchet MS"/>
            </a:endParaRPr>
          </a:p>
          <a:p>
            <a:pPr indent="-342900" lvl="0" marL="355600" marR="5080" rtl="0" algn="just">
              <a:lnSpc>
                <a:spcPct val="100000"/>
              </a:lnSpc>
              <a:spcBef>
                <a:spcPts val="1000"/>
              </a:spcBef>
              <a:spcAft>
                <a:spcPts val="0"/>
              </a:spcAft>
              <a:buClr>
                <a:srgbClr val="9BAEB5"/>
              </a:buClr>
              <a:buSzPts val="1800"/>
              <a:buFont typeface="Trebuchet MS"/>
              <a:buAutoNum type="arabicPeriod"/>
            </a:pPr>
            <a:r>
              <a:rPr lang="en-US" sz="1800">
                <a:solidFill>
                  <a:srgbClr val="252525"/>
                </a:solidFill>
                <a:latin typeface="Trebuchet MS"/>
                <a:ea typeface="Trebuchet MS"/>
                <a:cs typeface="Trebuchet MS"/>
                <a:sym typeface="Trebuchet MS"/>
              </a:rPr>
              <a:t>Jika melewati waktu keterlambatan maka akan di diskualifikasi</a:t>
            </a:r>
            <a:endParaRPr sz="1800">
              <a:latin typeface="Trebuchet MS"/>
              <a:ea typeface="Trebuchet MS"/>
              <a:cs typeface="Trebuchet MS"/>
              <a:sym typeface="Trebuchet MS"/>
            </a:endParaRPr>
          </a:p>
          <a:p>
            <a:pPr indent="-342900" lvl="0" marL="355600" marR="5080" rtl="0" algn="just">
              <a:lnSpc>
                <a:spcPct val="100000"/>
              </a:lnSpc>
              <a:spcBef>
                <a:spcPts val="1000"/>
              </a:spcBef>
              <a:spcAft>
                <a:spcPts val="0"/>
              </a:spcAft>
              <a:buClr>
                <a:srgbClr val="9BAEB5"/>
              </a:buClr>
              <a:buSzPts val="1800"/>
              <a:buFont typeface="Trebuchet MS"/>
              <a:buAutoNum type="arabicPeriod"/>
            </a:pPr>
            <a:r>
              <a:rPr lang="en-US" sz="1800">
                <a:solidFill>
                  <a:srgbClr val="252525"/>
                </a:solidFill>
                <a:latin typeface="Trebuchet MS"/>
                <a:ea typeface="Trebuchet MS"/>
                <a:cs typeface="Trebuchet MS"/>
                <a:sym typeface="Trebuchet MS"/>
              </a:rPr>
              <a:t>Jika ketahuan menggunakan bug dan program ilegal secara sengaja oleh pihak panitia maka peserta tersebut akan di diskualifikasi.</a:t>
            </a:r>
            <a:endParaRPr sz="1800">
              <a:latin typeface="Trebuchet MS"/>
              <a:ea typeface="Trebuchet MS"/>
              <a:cs typeface="Trebuchet MS"/>
              <a:sym typeface="Trebuchet MS"/>
            </a:endParaRPr>
          </a:p>
          <a:p>
            <a:pPr indent="-342900" lvl="0" marL="355600" marR="5080" rtl="0" algn="just">
              <a:lnSpc>
                <a:spcPct val="100000"/>
              </a:lnSpc>
              <a:spcBef>
                <a:spcPts val="1005"/>
              </a:spcBef>
              <a:spcAft>
                <a:spcPts val="0"/>
              </a:spcAft>
              <a:buClr>
                <a:srgbClr val="9BAEB5"/>
              </a:buClr>
              <a:buSzPts val="1800"/>
              <a:buFont typeface="Trebuchet MS"/>
              <a:buAutoNum type="arabicPeriod"/>
            </a:pPr>
            <a:r>
              <a:rPr lang="en-US" sz="1800">
                <a:solidFill>
                  <a:srgbClr val="252525"/>
                </a:solidFill>
                <a:latin typeface="Trebuchet MS"/>
                <a:ea typeface="Trebuchet MS"/>
                <a:cs typeface="Trebuchet MS"/>
                <a:sym typeface="Trebuchet MS"/>
              </a:rPr>
              <a:t>Panitia berhak mendiskualifikasi pemain yang bertindak kasar atau tidak sopan terhadap sesama player atau panitia.</a:t>
            </a:r>
            <a:endParaRPr sz="1800">
              <a:latin typeface="Trebuchet MS"/>
              <a:ea typeface="Trebuchet MS"/>
              <a:cs typeface="Trebuchet MS"/>
              <a:sym typeface="Trebuchet MS"/>
            </a:endParaRPr>
          </a:p>
          <a:p>
            <a:pPr indent="-342900" lvl="0" marL="355600" marR="5080" rtl="0" algn="just">
              <a:lnSpc>
                <a:spcPct val="100000"/>
              </a:lnSpc>
              <a:spcBef>
                <a:spcPts val="1000"/>
              </a:spcBef>
              <a:spcAft>
                <a:spcPts val="0"/>
              </a:spcAft>
              <a:buClr>
                <a:srgbClr val="9BAEB5"/>
              </a:buClr>
              <a:buSzPts val="1800"/>
              <a:buFont typeface="Trebuchet MS"/>
              <a:buAutoNum type="arabicPeriod"/>
            </a:pPr>
            <a:r>
              <a:rPr lang="en-US" sz="1800">
                <a:solidFill>
                  <a:srgbClr val="252525"/>
                </a:solidFill>
                <a:latin typeface="Trebuchet MS"/>
                <a:ea typeface="Trebuchet MS"/>
                <a:cs typeface="Trebuchet MS"/>
                <a:sym typeface="Trebuchet MS"/>
              </a:rPr>
              <a:t>Pelanggaran Format Turnamen dan/atau berkata kasar akan diberikan 3x peringatan atau diskualifikasi secara langsung.</a:t>
            </a:r>
            <a:endParaRPr sz="1800">
              <a:latin typeface="Trebuchet MS"/>
              <a:ea typeface="Trebuchet MS"/>
              <a:cs typeface="Trebuchet MS"/>
              <a:sym typeface="Trebuchet MS"/>
            </a:endParaRPr>
          </a:p>
          <a:p>
            <a:pPr indent="-342900" lvl="0" marL="355600" marR="5080" rtl="0" algn="just">
              <a:lnSpc>
                <a:spcPct val="100000"/>
              </a:lnSpc>
              <a:spcBef>
                <a:spcPts val="1815"/>
              </a:spcBef>
              <a:spcAft>
                <a:spcPts val="0"/>
              </a:spcAft>
              <a:buClr>
                <a:srgbClr val="9BAEB5"/>
              </a:buClr>
              <a:buSzPts val="1800"/>
              <a:buFont typeface="Trebuchet MS"/>
              <a:buAutoNum type="arabicPeriod"/>
            </a:pPr>
            <a:r>
              <a:rPr lang="en-US" sz="1800">
                <a:solidFill>
                  <a:srgbClr val="252525"/>
                </a:solidFill>
                <a:latin typeface="Trebuchet MS"/>
                <a:ea typeface="Trebuchet MS"/>
                <a:cs typeface="Trebuchet MS"/>
                <a:sym typeface="Trebuchet MS"/>
              </a:rPr>
              <a:t>Pada saat pertandingan dimulai, hanya ada pemain pada meja pemain. Untuk coach di perbolehkan hingga draft pick selesai.</a:t>
            </a:r>
            <a:endParaRPr sz="1800">
              <a:latin typeface="Trebuchet MS"/>
              <a:ea typeface="Trebuchet MS"/>
              <a:cs typeface="Trebuchet MS"/>
              <a:sym typeface="Trebuchet M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grpSp>
        <p:nvGrpSpPr>
          <p:cNvPr id="89" name="Google Shape;89;p6"/>
          <p:cNvGrpSpPr/>
          <p:nvPr/>
        </p:nvGrpSpPr>
        <p:grpSpPr>
          <a:xfrm>
            <a:off x="2215260" y="948816"/>
            <a:ext cx="7761605" cy="958850"/>
            <a:chOff x="2215260" y="948816"/>
            <a:chExt cx="7761605" cy="958850"/>
          </a:xfrm>
        </p:grpSpPr>
        <p:sp>
          <p:nvSpPr>
            <p:cNvPr id="90" name="Google Shape;90;p6"/>
            <p:cNvSpPr/>
            <p:nvPr/>
          </p:nvSpPr>
          <p:spPr>
            <a:xfrm>
              <a:off x="2231135" y="964691"/>
              <a:ext cx="7729855" cy="927100"/>
            </a:xfrm>
            <a:custGeom>
              <a:rect b="b" l="l" r="r" t="t"/>
              <a:pathLst>
                <a:path extrusionOk="0" h="927100" w="7729855">
                  <a:moveTo>
                    <a:pt x="7729727" y="926592"/>
                  </a:moveTo>
                  <a:lnTo>
                    <a:pt x="0" y="926592"/>
                  </a:lnTo>
                  <a:lnTo>
                    <a:pt x="0" y="0"/>
                  </a:lnTo>
                  <a:lnTo>
                    <a:pt x="7729727" y="0"/>
                  </a:lnTo>
                  <a:lnTo>
                    <a:pt x="7729727" y="926592"/>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91" name="Google Shape;91;p6"/>
            <p:cNvSpPr/>
            <p:nvPr/>
          </p:nvSpPr>
          <p:spPr>
            <a:xfrm>
              <a:off x="2215260" y="948816"/>
              <a:ext cx="7761605" cy="958850"/>
            </a:xfrm>
            <a:custGeom>
              <a:rect b="b" l="l" r="r" t="t"/>
              <a:pathLst>
                <a:path extrusionOk="0" h="958850" w="7761605">
                  <a:moveTo>
                    <a:pt x="7761478" y="958342"/>
                  </a:moveTo>
                  <a:lnTo>
                    <a:pt x="0" y="958342"/>
                  </a:lnTo>
                  <a:lnTo>
                    <a:pt x="0" y="0"/>
                  </a:lnTo>
                  <a:lnTo>
                    <a:pt x="7761478" y="0"/>
                  </a:lnTo>
                  <a:lnTo>
                    <a:pt x="7761478" y="15875"/>
                  </a:lnTo>
                  <a:lnTo>
                    <a:pt x="31750" y="15875"/>
                  </a:lnTo>
                  <a:lnTo>
                    <a:pt x="15875" y="31750"/>
                  </a:lnTo>
                  <a:lnTo>
                    <a:pt x="31750" y="31750"/>
                  </a:lnTo>
                  <a:lnTo>
                    <a:pt x="31750" y="926592"/>
                  </a:lnTo>
                  <a:lnTo>
                    <a:pt x="15875" y="926592"/>
                  </a:lnTo>
                  <a:lnTo>
                    <a:pt x="31750" y="942467"/>
                  </a:lnTo>
                  <a:lnTo>
                    <a:pt x="7761478" y="942467"/>
                  </a:lnTo>
                  <a:lnTo>
                    <a:pt x="7761478" y="958342"/>
                  </a:lnTo>
                  <a:close/>
                </a:path>
                <a:path extrusionOk="0" h="958850" w="7761605">
                  <a:moveTo>
                    <a:pt x="31750" y="31750"/>
                  </a:moveTo>
                  <a:lnTo>
                    <a:pt x="15875" y="31750"/>
                  </a:lnTo>
                  <a:lnTo>
                    <a:pt x="31750" y="15875"/>
                  </a:lnTo>
                  <a:lnTo>
                    <a:pt x="31750" y="31750"/>
                  </a:lnTo>
                  <a:close/>
                </a:path>
                <a:path extrusionOk="0" h="958850" w="7761605">
                  <a:moveTo>
                    <a:pt x="7729728" y="31750"/>
                  </a:moveTo>
                  <a:lnTo>
                    <a:pt x="31750" y="31750"/>
                  </a:lnTo>
                  <a:lnTo>
                    <a:pt x="31750" y="15875"/>
                  </a:lnTo>
                  <a:lnTo>
                    <a:pt x="7729728" y="15875"/>
                  </a:lnTo>
                  <a:lnTo>
                    <a:pt x="7729728" y="31750"/>
                  </a:lnTo>
                  <a:close/>
                </a:path>
                <a:path extrusionOk="0" h="958850" w="7761605">
                  <a:moveTo>
                    <a:pt x="7729728" y="942467"/>
                  </a:moveTo>
                  <a:lnTo>
                    <a:pt x="7729728" y="15875"/>
                  </a:lnTo>
                  <a:lnTo>
                    <a:pt x="7745603" y="31750"/>
                  </a:lnTo>
                  <a:lnTo>
                    <a:pt x="7761478" y="31750"/>
                  </a:lnTo>
                  <a:lnTo>
                    <a:pt x="7761478" y="926591"/>
                  </a:lnTo>
                  <a:lnTo>
                    <a:pt x="7745603" y="926592"/>
                  </a:lnTo>
                  <a:lnTo>
                    <a:pt x="7729728" y="942467"/>
                  </a:lnTo>
                  <a:close/>
                </a:path>
                <a:path extrusionOk="0" h="958850" w="7761605">
                  <a:moveTo>
                    <a:pt x="7761478" y="31750"/>
                  </a:moveTo>
                  <a:lnTo>
                    <a:pt x="7745603" y="31750"/>
                  </a:lnTo>
                  <a:lnTo>
                    <a:pt x="7729728" y="15875"/>
                  </a:lnTo>
                  <a:lnTo>
                    <a:pt x="7761478" y="15875"/>
                  </a:lnTo>
                  <a:lnTo>
                    <a:pt x="7761478" y="31750"/>
                  </a:lnTo>
                  <a:close/>
                </a:path>
                <a:path extrusionOk="0" h="958850" w="7761605">
                  <a:moveTo>
                    <a:pt x="31750" y="942467"/>
                  </a:moveTo>
                  <a:lnTo>
                    <a:pt x="15875" y="926592"/>
                  </a:lnTo>
                  <a:lnTo>
                    <a:pt x="31750" y="926592"/>
                  </a:lnTo>
                  <a:lnTo>
                    <a:pt x="31750" y="942467"/>
                  </a:lnTo>
                  <a:close/>
                </a:path>
                <a:path extrusionOk="0" h="958850" w="7761605">
                  <a:moveTo>
                    <a:pt x="7729728" y="942467"/>
                  </a:moveTo>
                  <a:lnTo>
                    <a:pt x="31750" y="942467"/>
                  </a:lnTo>
                  <a:lnTo>
                    <a:pt x="31750" y="926592"/>
                  </a:lnTo>
                  <a:lnTo>
                    <a:pt x="7729728" y="926592"/>
                  </a:lnTo>
                  <a:lnTo>
                    <a:pt x="7729728" y="942467"/>
                  </a:lnTo>
                  <a:close/>
                </a:path>
                <a:path extrusionOk="0" h="958850" w="7761605">
                  <a:moveTo>
                    <a:pt x="7761478" y="942467"/>
                  </a:moveTo>
                  <a:lnTo>
                    <a:pt x="7729728" y="942467"/>
                  </a:lnTo>
                  <a:lnTo>
                    <a:pt x="7745603" y="926592"/>
                  </a:lnTo>
                  <a:lnTo>
                    <a:pt x="7761478" y="926591"/>
                  </a:lnTo>
                  <a:lnTo>
                    <a:pt x="7761478" y="942467"/>
                  </a:lnTo>
                  <a:close/>
                </a:path>
              </a:pathLst>
            </a:custGeom>
            <a:solidFill>
              <a:srgbClr val="3E3E3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92" name="Google Shape;92;p6"/>
          <p:cNvSpPr txBox="1"/>
          <p:nvPr>
            <p:ph type="title"/>
          </p:nvPr>
        </p:nvSpPr>
        <p:spPr>
          <a:xfrm>
            <a:off x="3329685" y="1023747"/>
            <a:ext cx="5532628" cy="722629"/>
          </a:xfrm>
          <a:prstGeom prst="rect">
            <a:avLst/>
          </a:prstGeom>
          <a:noFill/>
          <a:ln>
            <a:noFill/>
          </a:ln>
        </p:spPr>
        <p:txBody>
          <a:bodyPr anchorCtr="0" anchor="t" bIns="0" lIns="0" spcFirstLastPara="1" rIns="0" wrap="square" tIns="12050">
            <a:spAutoFit/>
          </a:bodyPr>
          <a:lstStyle/>
          <a:p>
            <a:pPr indent="0" lvl="0" marL="572770" rtl="0" algn="l">
              <a:lnSpc>
                <a:spcPct val="100000"/>
              </a:lnSpc>
              <a:spcBef>
                <a:spcPts val="0"/>
              </a:spcBef>
              <a:spcAft>
                <a:spcPts val="0"/>
              </a:spcAft>
              <a:buNone/>
            </a:pPr>
            <a:r>
              <a:rPr lang="en-US" sz="4000"/>
              <a:t>KLAIM TURNAMEN</a:t>
            </a:r>
            <a:endParaRPr sz="4000"/>
          </a:p>
        </p:txBody>
      </p:sp>
      <p:sp>
        <p:nvSpPr>
          <p:cNvPr id="93" name="Google Shape;93;p6"/>
          <p:cNvSpPr txBox="1"/>
          <p:nvPr/>
        </p:nvSpPr>
        <p:spPr>
          <a:xfrm>
            <a:off x="2309241" y="2285733"/>
            <a:ext cx="7573645" cy="3317240"/>
          </a:xfrm>
          <a:prstGeom prst="rect">
            <a:avLst/>
          </a:prstGeom>
          <a:noFill/>
          <a:ln>
            <a:noFill/>
          </a:ln>
        </p:spPr>
        <p:txBody>
          <a:bodyPr anchorCtr="0" anchor="t" bIns="0" lIns="0" spcFirstLastPara="1" rIns="0" wrap="square" tIns="12700">
            <a:spAutoFit/>
          </a:bodyPr>
          <a:lstStyle/>
          <a:p>
            <a:pPr indent="0" lvl="0" marL="12700" marR="5080" rtl="0" algn="just">
              <a:lnSpc>
                <a:spcPct val="150000"/>
              </a:lnSpc>
              <a:spcBef>
                <a:spcPts val="0"/>
              </a:spcBef>
              <a:spcAft>
                <a:spcPts val="0"/>
              </a:spcAft>
              <a:buNone/>
            </a:pPr>
            <a:r>
              <a:rPr lang="en-US" sz="1800">
                <a:solidFill>
                  <a:srgbClr val="252525"/>
                </a:solidFill>
                <a:latin typeface="Trebuchet MS"/>
                <a:ea typeface="Trebuchet MS"/>
                <a:cs typeface="Trebuchet MS"/>
                <a:sym typeface="Trebuchet MS"/>
              </a:rPr>
              <a:t>Seluruh keputusan dari panitia bersifat mutlak dan tidak bisa diganggu gugat. Panitia berhak untuk merubah dan mengganti seluruh peraturan yang berlaku sewaktu-waktu tanpa ada pemberitahuan terlebih dahulu untuk menjaga kelangsungan turnamen. Seluruh peserta yang ingin mengajukan klaim atau protes wajib menyediakan bukti berupa foto atau video kepada panitia. Dengan mendaftar turnamen ini, seluruh peserta dianggap mengerti dan menyetujui seluruh ketentuan dan peraturan yang berlaku dengan segala konsekuensinya.</a:t>
            </a:r>
            <a:endParaRPr sz="1800">
              <a:latin typeface="Trebuchet MS"/>
              <a:ea typeface="Trebuchet MS"/>
              <a:cs typeface="Trebuchet MS"/>
              <a:sym typeface="Trebuchet M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grpSp>
        <p:nvGrpSpPr>
          <p:cNvPr id="98" name="Google Shape;98;p7"/>
          <p:cNvGrpSpPr/>
          <p:nvPr/>
        </p:nvGrpSpPr>
        <p:grpSpPr>
          <a:xfrm>
            <a:off x="2489580" y="617702"/>
            <a:ext cx="7136765" cy="958850"/>
            <a:chOff x="2489580" y="617702"/>
            <a:chExt cx="7136765" cy="958850"/>
          </a:xfrm>
        </p:grpSpPr>
        <p:sp>
          <p:nvSpPr>
            <p:cNvPr id="99" name="Google Shape;99;p7"/>
            <p:cNvSpPr/>
            <p:nvPr/>
          </p:nvSpPr>
          <p:spPr>
            <a:xfrm>
              <a:off x="2505455" y="633984"/>
              <a:ext cx="7105015" cy="927100"/>
            </a:xfrm>
            <a:custGeom>
              <a:rect b="b" l="l" r="r" t="t"/>
              <a:pathLst>
                <a:path extrusionOk="0" h="927100" w="7105015">
                  <a:moveTo>
                    <a:pt x="7104888" y="926591"/>
                  </a:moveTo>
                  <a:lnTo>
                    <a:pt x="0" y="926591"/>
                  </a:lnTo>
                  <a:lnTo>
                    <a:pt x="0" y="0"/>
                  </a:lnTo>
                  <a:lnTo>
                    <a:pt x="7104888" y="0"/>
                  </a:lnTo>
                  <a:lnTo>
                    <a:pt x="7104888" y="926591"/>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00" name="Google Shape;100;p7"/>
            <p:cNvSpPr/>
            <p:nvPr/>
          </p:nvSpPr>
          <p:spPr>
            <a:xfrm>
              <a:off x="2489580" y="617702"/>
              <a:ext cx="7136765" cy="958850"/>
            </a:xfrm>
            <a:custGeom>
              <a:rect b="b" l="l" r="r" t="t"/>
              <a:pathLst>
                <a:path extrusionOk="0" h="958850" w="7136765">
                  <a:moveTo>
                    <a:pt x="7136638" y="958342"/>
                  </a:moveTo>
                  <a:lnTo>
                    <a:pt x="0" y="958342"/>
                  </a:lnTo>
                  <a:lnTo>
                    <a:pt x="0" y="0"/>
                  </a:lnTo>
                  <a:lnTo>
                    <a:pt x="7136638" y="0"/>
                  </a:lnTo>
                  <a:lnTo>
                    <a:pt x="7136638" y="15875"/>
                  </a:lnTo>
                  <a:lnTo>
                    <a:pt x="31750" y="15875"/>
                  </a:lnTo>
                  <a:lnTo>
                    <a:pt x="15875" y="31750"/>
                  </a:lnTo>
                  <a:lnTo>
                    <a:pt x="31750" y="31750"/>
                  </a:lnTo>
                  <a:lnTo>
                    <a:pt x="31750" y="926592"/>
                  </a:lnTo>
                  <a:lnTo>
                    <a:pt x="15875" y="926592"/>
                  </a:lnTo>
                  <a:lnTo>
                    <a:pt x="31750" y="942467"/>
                  </a:lnTo>
                  <a:lnTo>
                    <a:pt x="7136638" y="942467"/>
                  </a:lnTo>
                  <a:lnTo>
                    <a:pt x="7136638" y="958342"/>
                  </a:lnTo>
                  <a:close/>
                </a:path>
                <a:path extrusionOk="0" h="958850" w="7136765">
                  <a:moveTo>
                    <a:pt x="31750" y="31750"/>
                  </a:moveTo>
                  <a:lnTo>
                    <a:pt x="15875" y="31750"/>
                  </a:lnTo>
                  <a:lnTo>
                    <a:pt x="31750" y="15875"/>
                  </a:lnTo>
                  <a:lnTo>
                    <a:pt x="31750" y="31750"/>
                  </a:lnTo>
                  <a:close/>
                </a:path>
                <a:path extrusionOk="0" h="958850" w="7136765">
                  <a:moveTo>
                    <a:pt x="7104888" y="31750"/>
                  </a:moveTo>
                  <a:lnTo>
                    <a:pt x="31750" y="31750"/>
                  </a:lnTo>
                  <a:lnTo>
                    <a:pt x="31750" y="15875"/>
                  </a:lnTo>
                  <a:lnTo>
                    <a:pt x="7104888" y="15875"/>
                  </a:lnTo>
                  <a:lnTo>
                    <a:pt x="7104888" y="31750"/>
                  </a:lnTo>
                  <a:close/>
                </a:path>
                <a:path extrusionOk="0" h="958850" w="7136765">
                  <a:moveTo>
                    <a:pt x="7104888" y="942467"/>
                  </a:moveTo>
                  <a:lnTo>
                    <a:pt x="7104888" y="15875"/>
                  </a:lnTo>
                  <a:lnTo>
                    <a:pt x="7120763" y="31750"/>
                  </a:lnTo>
                  <a:lnTo>
                    <a:pt x="7136638" y="31750"/>
                  </a:lnTo>
                  <a:lnTo>
                    <a:pt x="7136638" y="926592"/>
                  </a:lnTo>
                  <a:lnTo>
                    <a:pt x="7120763" y="926592"/>
                  </a:lnTo>
                  <a:lnTo>
                    <a:pt x="7104888" y="942467"/>
                  </a:lnTo>
                  <a:close/>
                </a:path>
                <a:path extrusionOk="0" h="958850" w="7136765">
                  <a:moveTo>
                    <a:pt x="7136638" y="31750"/>
                  </a:moveTo>
                  <a:lnTo>
                    <a:pt x="7120763" y="31750"/>
                  </a:lnTo>
                  <a:lnTo>
                    <a:pt x="7104888" y="15875"/>
                  </a:lnTo>
                  <a:lnTo>
                    <a:pt x="7136638" y="15875"/>
                  </a:lnTo>
                  <a:lnTo>
                    <a:pt x="7136638" y="31750"/>
                  </a:lnTo>
                  <a:close/>
                </a:path>
                <a:path extrusionOk="0" h="958850" w="7136765">
                  <a:moveTo>
                    <a:pt x="31750" y="942467"/>
                  </a:moveTo>
                  <a:lnTo>
                    <a:pt x="15875" y="926592"/>
                  </a:lnTo>
                  <a:lnTo>
                    <a:pt x="31750" y="926592"/>
                  </a:lnTo>
                  <a:lnTo>
                    <a:pt x="31750" y="942467"/>
                  </a:lnTo>
                  <a:close/>
                </a:path>
                <a:path extrusionOk="0" h="958850" w="7136765">
                  <a:moveTo>
                    <a:pt x="7104888" y="942467"/>
                  </a:moveTo>
                  <a:lnTo>
                    <a:pt x="31750" y="942467"/>
                  </a:lnTo>
                  <a:lnTo>
                    <a:pt x="31750" y="926592"/>
                  </a:lnTo>
                  <a:lnTo>
                    <a:pt x="7104888" y="926592"/>
                  </a:lnTo>
                  <a:lnTo>
                    <a:pt x="7104888" y="942467"/>
                  </a:lnTo>
                  <a:close/>
                </a:path>
                <a:path extrusionOk="0" h="958850" w="7136765">
                  <a:moveTo>
                    <a:pt x="7136638" y="942467"/>
                  </a:moveTo>
                  <a:lnTo>
                    <a:pt x="7104888" y="942467"/>
                  </a:lnTo>
                  <a:lnTo>
                    <a:pt x="7120763" y="926592"/>
                  </a:lnTo>
                  <a:lnTo>
                    <a:pt x="7136638" y="926592"/>
                  </a:lnTo>
                  <a:lnTo>
                    <a:pt x="7136638" y="942467"/>
                  </a:lnTo>
                  <a:close/>
                </a:path>
              </a:pathLst>
            </a:custGeom>
            <a:solidFill>
              <a:srgbClr val="3E3E3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01" name="Google Shape;101;p7"/>
          <p:cNvSpPr txBox="1"/>
          <p:nvPr>
            <p:ph type="title"/>
          </p:nvPr>
        </p:nvSpPr>
        <p:spPr>
          <a:xfrm>
            <a:off x="4520565" y="876300"/>
            <a:ext cx="3150870" cy="442595"/>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a:t>FORMAT MATCH</a:t>
            </a:r>
            <a:endParaRPr b="1"/>
          </a:p>
        </p:txBody>
      </p:sp>
      <p:sp>
        <p:nvSpPr>
          <p:cNvPr id="102" name="Google Shape;102;p7"/>
          <p:cNvSpPr txBox="1"/>
          <p:nvPr>
            <p:ph idx="1" type="body"/>
          </p:nvPr>
        </p:nvSpPr>
        <p:spPr>
          <a:xfrm>
            <a:off x="2314067" y="1600199"/>
            <a:ext cx="7563865" cy="1988820"/>
          </a:xfrm>
          <a:prstGeom prst="rect">
            <a:avLst/>
          </a:prstGeom>
          <a:noFill/>
          <a:ln>
            <a:noFill/>
          </a:ln>
        </p:spPr>
        <p:txBody>
          <a:bodyPr anchorCtr="0" anchor="t" bIns="0" lIns="0" spcFirstLastPara="1" rIns="0" wrap="square" tIns="99675">
            <a:spAutoFit/>
          </a:bodyPr>
          <a:lstStyle/>
          <a:p>
            <a:pPr indent="-331469" lvl="0" marL="354330" rtl="0" algn="l">
              <a:lnSpc>
                <a:spcPct val="100000"/>
              </a:lnSpc>
              <a:spcBef>
                <a:spcPts val="0"/>
              </a:spcBef>
              <a:spcAft>
                <a:spcPts val="0"/>
              </a:spcAft>
              <a:buClr>
                <a:srgbClr val="9BAEB5"/>
              </a:buClr>
              <a:buSzPts val="1860"/>
              <a:buFont typeface="Trebuchet MS"/>
              <a:buAutoNum type="arabicPeriod"/>
            </a:pPr>
            <a:r>
              <a:rPr lang="en-US"/>
              <a:t>Pertandingan full Offline</a:t>
            </a:r>
            <a:endParaRPr/>
          </a:p>
          <a:p>
            <a:pPr indent="-331469" lvl="0" marL="354330" rtl="0" algn="l">
              <a:lnSpc>
                <a:spcPct val="100000"/>
              </a:lnSpc>
              <a:spcBef>
                <a:spcPts val="685"/>
              </a:spcBef>
              <a:spcAft>
                <a:spcPts val="0"/>
              </a:spcAft>
              <a:buClr>
                <a:srgbClr val="9BAEB5"/>
              </a:buClr>
              <a:buSzPts val="1860"/>
              <a:buFont typeface="Trebuchet MS"/>
              <a:buAutoNum type="arabicPeriod"/>
            </a:pPr>
            <a:r>
              <a:rPr lang="en-US"/>
              <a:t>Kualifikasi 5 vs 5 draft pick mode</a:t>
            </a:r>
            <a:endParaRPr/>
          </a:p>
          <a:p>
            <a:pPr indent="-331469" lvl="0" marL="354330" rtl="0" algn="l">
              <a:lnSpc>
                <a:spcPct val="100000"/>
              </a:lnSpc>
              <a:spcBef>
                <a:spcPts val="685"/>
              </a:spcBef>
              <a:spcAft>
                <a:spcPts val="0"/>
              </a:spcAft>
              <a:buClr>
                <a:srgbClr val="9BAEB5"/>
              </a:buClr>
              <a:buSzPts val="1860"/>
              <a:buFont typeface="Trebuchet MS"/>
              <a:buAutoNum type="arabicPeriod"/>
            </a:pPr>
            <a:r>
              <a:rPr lang="en-US"/>
              <a:t>Sistem Knockout ( Single Elimination )</a:t>
            </a:r>
            <a:endParaRPr/>
          </a:p>
          <a:p>
            <a:pPr indent="-331469" lvl="0" marL="354330" rtl="0" algn="l">
              <a:lnSpc>
                <a:spcPct val="100000"/>
              </a:lnSpc>
              <a:spcBef>
                <a:spcPts val="685"/>
              </a:spcBef>
              <a:spcAft>
                <a:spcPts val="0"/>
              </a:spcAft>
              <a:buClr>
                <a:srgbClr val="9BAEB5"/>
              </a:buClr>
              <a:buSzPts val="1860"/>
              <a:buFont typeface="Trebuchet MS"/>
              <a:buAutoNum type="arabicPeriod"/>
            </a:pPr>
            <a:r>
              <a:rPr lang="en-US"/>
              <a:t>Kualifikasi Best of 1 ( 128 besar sampai 8 besar )</a:t>
            </a:r>
            <a:endParaRPr/>
          </a:p>
          <a:p>
            <a:pPr indent="-331469" lvl="0" marL="354330" rtl="0" algn="l">
              <a:lnSpc>
                <a:spcPct val="100000"/>
              </a:lnSpc>
              <a:spcBef>
                <a:spcPts val="680"/>
              </a:spcBef>
              <a:spcAft>
                <a:spcPts val="0"/>
              </a:spcAft>
              <a:buClr>
                <a:srgbClr val="9BAEB5"/>
              </a:buClr>
              <a:buSzPts val="1860"/>
              <a:buFont typeface="Trebuchet MS"/>
              <a:buAutoNum type="arabicPeriod"/>
            </a:pPr>
            <a:r>
              <a:rPr lang="en-US"/>
              <a:t>Semi Final sampai Final bertanding dengan Best of 3</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grpSp>
        <p:nvGrpSpPr>
          <p:cNvPr id="107" name="Google Shape;107;p8"/>
          <p:cNvGrpSpPr/>
          <p:nvPr/>
        </p:nvGrpSpPr>
        <p:grpSpPr>
          <a:xfrm>
            <a:off x="2489580" y="617702"/>
            <a:ext cx="7136765" cy="958850"/>
            <a:chOff x="2489580" y="617702"/>
            <a:chExt cx="7136765" cy="958850"/>
          </a:xfrm>
        </p:grpSpPr>
        <p:sp>
          <p:nvSpPr>
            <p:cNvPr id="108" name="Google Shape;108;p8"/>
            <p:cNvSpPr/>
            <p:nvPr/>
          </p:nvSpPr>
          <p:spPr>
            <a:xfrm>
              <a:off x="2505455" y="633984"/>
              <a:ext cx="7105015" cy="927100"/>
            </a:xfrm>
            <a:custGeom>
              <a:rect b="b" l="l" r="r" t="t"/>
              <a:pathLst>
                <a:path extrusionOk="0" h="927100" w="7105015">
                  <a:moveTo>
                    <a:pt x="7104888" y="926591"/>
                  </a:moveTo>
                  <a:lnTo>
                    <a:pt x="0" y="926591"/>
                  </a:lnTo>
                  <a:lnTo>
                    <a:pt x="0" y="0"/>
                  </a:lnTo>
                  <a:lnTo>
                    <a:pt x="7104888" y="0"/>
                  </a:lnTo>
                  <a:lnTo>
                    <a:pt x="7104888" y="926591"/>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09" name="Google Shape;109;p8"/>
            <p:cNvSpPr/>
            <p:nvPr/>
          </p:nvSpPr>
          <p:spPr>
            <a:xfrm>
              <a:off x="2489580" y="617702"/>
              <a:ext cx="7136765" cy="958850"/>
            </a:xfrm>
            <a:custGeom>
              <a:rect b="b" l="l" r="r" t="t"/>
              <a:pathLst>
                <a:path extrusionOk="0" h="958850" w="7136765">
                  <a:moveTo>
                    <a:pt x="7136638" y="958342"/>
                  </a:moveTo>
                  <a:lnTo>
                    <a:pt x="0" y="958342"/>
                  </a:lnTo>
                  <a:lnTo>
                    <a:pt x="0" y="0"/>
                  </a:lnTo>
                  <a:lnTo>
                    <a:pt x="7136638" y="0"/>
                  </a:lnTo>
                  <a:lnTo>
                    <a:pt x="7136638" y="15875"/>
                  </a:lnTo>
                  <a:lnTo>
                    <a:pt x="31750" y="15875"/>
                  </a:lnTo>
                  <a:lnTo>
                    <a:pt x="15875" y="31750"/>
                  </a:lnTo>
                  <a:lnTo>
                    <a:pt x="31750" y="31750"/>
                  </a:lnTo>
                  <a:lnTo>
                    <a:pt x="31750" y="926592"/>
                  </a:lnTo>
                  <a:lnTo>
                    <a:pt x="15875" y="926592"/>
                  </a:lnTo>
                  <a:lnTo>
                    <a:pt x="31750" y="942467"/>
                  </a:lnTo>
                  <a:lnTo>
                    <a:pt x="7136638" y="942467"/>
                  </a:lnTo>
                  <a:lnTo>
                    <a:pt x="7136638" y="958342"/>
                  </a:lnTo>
                  <a:close/>
                </a:path>
                <a:path extrusionOk="0" h="958850" w="7136765">
                  <a:moveTo>
                    <a:pt x="31750" y="31750"/>
                  </a:moveTo>
                  <a:lnTo>
                    <a:pt x="15875" y="31750"/>
                  </a:lnTo>
                  <a:lnTo>
                    <a:pt x="31750" y="15875"/>
                  </a:lnTo>
                  <a:lnTo>
                    <a:pt x="31750" y="31750"/>
                  </a:lnTo>
                  <a:close/>
                </a:path>
                <a:path extrusionOk="0" h="958850" w="7136765">
                  <a:moveTo>
                    <a:pt x="7104888" y="31750"/>
                  </a:moveTo>
                  <a:lnTo>
                    <a:pt x="31750" y="31750"/>
                  </a:lnTo>
                  <a:lnTo>
                    <a:pt x="31750" y="15875"/>
                  </a:lnTo>
                  <a:lnTo>
                    <a:pt x="7104888" y="15875"/>
                  </a:lnTo>
                  <a:lnTo>
                    <a:pt x="7104888" y="31750"/>
                  </a:lnTo>
                  <a:close/>
                </a:path>
                <a:path extrusionOk="0" h="958850" w="7136765">
                  <a:moveTo>
                    <a:pt x="7104888" y="942467"/>
                  </a:moveTo>
                  <a:lnTo>
                    <a:pt x="7104888" y="15875"/>
                  </a:lnTo>
                  <a:lnTo>
                    <a:pt x="7120763" y="31750"/>
                  </a:lnTo>
                  <a:lnTo>
                    <a:pt x="7136638" y="31750"/>
                  </a:lnTo>
                  <a:lnTo>
                    <a:pt x="7136638" y="926592"/>
                  </a:lnTo>
                  <a:lnTo>
                    <a:pt x="7120763" y="926592"/>
                  </a:lnTo>
                  <a:lnTo>
                    <a:pt x="7104888" y="942467"/>
                  </a:lnTo>
                  <a:close/>
                </a:path>
                <a:path extrusionOk="0" h="958850" w="7136765">
                  <a:moveTo>
                    <a:pt x="7136638" y="31750"/>
                  </a:moveTo>
                  <a:lnTo>
                    <a:pt x="7120763" y="31750"/>
                  </a:lnTo>
                  <a:lnTo>
                    <a:pt x="7104888" y="15875"/>
                  </a:lnTo>
                  <a:lnTo>
                    <a:pt x="7136638" y="15875"/>
                  </a:lnTo>
                  <a:lnTo>
                    <a:pt x="7136638" y="31750"/>
                  </a:lnTo>
                  <a:close/>
                </a:path>
                <a:path extrusionOk="0" h="958850" w="7136765">
                  <a:moveTo>
                    <a:pt x="31750" y="942467"/>
                  </a:moveTo>
                  <a:lnTo>
                    <a:pt x="15875" y="926592"/>
                  </a:lnTo>
                  <a:lnTo>
                    <a:pt x="31750" y="926592"/>
                  </a:lnTo>
                  <a:lnTo>
                    <a:pt x="31750" y="942467"/>
                  </a:lnTo>
                  <a:close/>
                </a:path>
                <a:path extrusionOk="0" h="958850" w="7136765">
                  <a:moveTo>
                    <a:pt x="7104888" y="942467"/>
                  </a:moveTo>
                  <a:lnTo>
                    <a:pt x="31750" y="942467"/>
                  </a:lnTo>
                  <a:lnTo>
                    <a:pt x="31750" y="926592"/>
                  </a:lnTo>
                  <a:lnTo>
                    <a:pt x="7104888" y="926592"/>
                  </a:lnTo>
                  <a:lnTo>
                    <a:pt x="7104888" y="942467"/>
                  </a:lnTo>
                  <a:close/>
                </a:path>
                <a:path extrusionOk="0" h="958850" w="7136765">
                  <a:moveTo>
                    <a:pt x="7136638" y="942467"/>
                  </a:moveTo>
                  <a:lnTo>
                    <a:pt x="7104888" y="942467"/>
                  </a:lnTo>
                  <a:lnTo>
                    <a:pt x="7120763" y="926592"/>
                  </a:lnTo>
                  <a:lnTo>
                    <a:pt x="7136638" y="926592"/>
                  </a:lnTo>
                  <a:lnTo>
                    <a:pt x="7136638" y="942467"/>
                  </a:lnTo>
                  <a:close/>
                </a:path>
              </a:pathLst>
            </a:custGeom>
            <a:solidFill>
              <a:srgbClr val="3E3E3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10" name="Google Shape;110;p8"/>
          <p:cNvSpPr txBox="1"/>
          <p:nvPr>
            <p:ph type="title"/>
          </p:nvPr>
        </p:nvSpPr>
        <p:spPr>
          <a:xfrm>
            <a:off x="4520565" y="876300"/>
            <a:ext cx="3150870" cy="442595"/>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a:t>FORMAT MATCH</a:t>
            </a:r>
            <a:endParaRPr b="1"/>
          </a:p>
        </p:txBody>
      </p:sp>
      <p:sp>
        <p:nvSpPr>
          <p:cNvPr id="111" name="Google Shape;111;p8"/>
          <p:cNvSpPr txBox="1"/>
          <p:nvPr>
            <p:ph idx="1" type="body"/>
          </p:nvPr>
        </p:nvSpPr>
        <p:spPr>
          <a:xfrm>
            <a:off x="2314067" y="1600199"/>
            <a:ext cx="7563865" cy="4847590"/>
          </a:xfrm>
          <a:prstGeom prst="rect">
            <a:avLst/>
          </a:prstGeom>
          <a:noFill/>
          <a:ln>
            <a:noFill/>
          </a:ln>
        </p:spPr>
        <p:txBody>
          <a:bodyPr anchorCtr="0" anchor="t" bIns="0" lIns="0" spcFirstLastPara="1" rIns="0" wrap="square" tIns="99675">
            <a:spAutoFit/>
          </a:bodyPr>
          <a:lstStyle/>
          <a:p>
            <a:pPr indent="-331469" lvl="0" marL="354330" rtl="0" algn="l">
              <a:lnSpc>
                <a:spcPct val="100000"/>
              </a:lnSpc>
              <a:spcBef>
                <a:spcPts val="0"/>
              </a:spcBef>
              <a:spcAft>
                <a:spcPts val="0"/>
              </a:spcAft>
              <a:buClr>
                <a:srgbClr val="9BAEB5"/>
              </a:buClr>
              <a:buSzPts val="1860"/>
              <a:buFont typeface="Trebuchet MS"/>
              <a:buAutoNum type="arabicPeriod"/>
            </a:pPr>
            <a:r>
              <a:rPr lang="en-US"/>
              <a:t>Hero Auto Ban : tidak ada (marcel bisa dipakai)</a:t>
            </a:r>
            <a:endParaRPr/>
          </a:p>
          <a:p>
            <a:pPr indent="-331469" lvl="0" marL="354330" rtl="0" algn="l">
              <a:lnSpc>
                <a:spcPct val="100000"/>
              </a:lnSpc>
              <a:spcBef>
                <a:spcPts val="690"/>
              </a:spcBef>
              <a:spcAft>
                <a:spcPts val="0"/>
              </a:spcAft>
              <a:buClr>
                <a:srgbClr val="9BAEB5"/>
              </a:buClr>
              <a:buSzPts val="1860"/>
              <a:buFont typeface="Trebuchet MS"/>
              <a:buAutoNum type="arabicPeriod"/>
            </a:pPr>
            <a:r>
              <a:rPr lang="en-US"/>
              <a:t>Chat all : No</a:t>
            </a:r>
            <a:endParaRPr/>
          </a:p>
          <a:p>
            <a:pPr indent="-331469" lvl="0" marL="354330" rtl="0" algn="l">
              <a:lnSpc>
                <a:spcPct val="100000"/>
              </a:lnSpc>
              <a:spcBef>
                <a:spcPts val="685"/>
              </a:spcBef>
              <a:spcAft>
                <a:spcPts val="0"/>
              </a:spcAft>
              <a:buClr>
                <a:srgbClr val="9BAEB5"/>
              </a:buClr>
              <a:buSzPts val="1860"/>
              <a:buFont typeface="Trebuchet MS"/>
              <a:buAutoNum type="arabicPeriod"/>
            </a:pPr>
            <a:r>
              <a:rPr lang="en-US"/>
              <a:t>Radio all : No</a:t>
            </a:r>
            <a:endParaRPr/>
          </a:p>
          <a:p>
            <a:pPr indent="-331469" lvl="0" marL="354330" rtl="0" algn="l">
              <a:lnSpc>
                <a:spcPct val="100000"/>
              </a:lnSpc>
              <a:spcBef>
                <a:spcPts val="685"/>
              </a:spcBef>
              <a:spcAft>
                <a:spcPts val="0"/>
              </a:spcAft>
              <a:buClr>
                <a:srgbClr val="9BAEB5"/>
              </a:buClr>
              <a:buSzPts val="1860"/>
              <a:buFont typeface="Trebuchet MS"/>
              <a:buAutoNum type="arabicPeriod"/>
            </a:pPr>
            <a:r>
              <a:rPr lang="en-US"/>
              <a:t>Taunting : Yes</a:t>
            </a:r>
            <a:endParaRPr/>
          </a:p>
          <a:p>
            <a:pPr indent="-331469" lvl="0" marL="354330" rtl="0" algn="l">
              <a:lnSpc>
                <a:spcPct val="100000"/>
              </a:lnSpc>
              <a:spcBef>
                <a:spcPts val="685"/>
              </a:spcBef>
              <a:spcAft>
                <a:spcPts val="0"/>
              </a:spcAft>
              <a:buClr>
                <a:srgbClr val="9BAEB5"/>
              </a:buClr>
              <a:buSzPts val="1860"/>
              <a:buFont typeface="Trebuchet MS"/>
              <a:buAutoNum type="arabicPeriod"/>
            </a:pPr>
            <a:r>
              <a:rPr lang="en-US"/>
              <a:t>Pause : Yes (pada saat final sampai final)</a:t>
            </a:r>
            <a:endParaRPr/>
          </a:p>
          <a:p>
            <a:pPr indent="-342265" lvl="0" marL="354965" marR="5080" rtl="0" algn="l">
              <a:lnSpc>
                <a:spcPct val="104000"/>
              </a:lnSpc>
              <a:spcBef>
                <a:spcPts val="1020"/>
              </a:spcBef>
              <a:spcAft>
                <a:spcPts val="0"/>
              </a:spcAft>
              <a:buClr>
                <a:srgbClr val="9BAEB5"/>
              </a:buClr>
              <a:buSzPts val="1860"/>
              <a:buFont typeface="Trebuchet MS"/>
              <a:buAutoNum type="arabicPeriod"/>
            </a:pPr>
            <a:r>
              <a:rPr lang="en-US">
                <a:solidFill>
                  <a:srgbClr val="9BAEB5"/>
                </a:solidFill>
              </a:rPr>
              <a:t>	</a:t>
            </a:r>
            <a:r>
              <a:rPr lang="en-US"/>
              <a:t>Maksimal pause adalah 2 kali 2 menit untuk setiap tim per match</a:t>
            </a:r>
            <a:endParaRPr/>
          </a:p>
          <a:p>
            <a:pPr indent="-346075" lvl="0" marL="358775" rtl="0" algn="l">
              <a:lnSpc>
                <a:spcPct val="100000"/>
              </a:lnSpc>
              <a:spcBef>
                <a:spcPts val="675"/>
              </a:spcBef>
              <a:spcAft>
                <a:spcPts val="0"/>
              </a:spcAft>
              <a:buClr>
                <a:srgbClr val="9BAEB5"/>
              </a:buClr>
              <a:buSzPts val="1860"/>
              <a:buFont typeface="Trebuchet MS"/>
              <a:buAutoNum type="arabicPeriod"/>
            </a:pPr>
            <a:r>
              <a:rPr lang="en-US"/>
              <a:t>Peserta pada bracket atas menempati first pick ( biru lobby )</a:t>
            </a:r>
            <a:endParaRPr/>
          </a:p>
          <a:p>
            <a:pPr indent="-346075" lvl="0" marL="358775" rtl="0" algn="l">
              <a:lnSpc>
                <a:spcPct val="100000"/>
              </a:lnSpc>
              <a:spcBef>
                <a:spcPts val="675"/>
              </a:spcBef>
              <a:spcAft>
                <a:spcPts val="0"/>
              </a:spcAft>
              <a:buClr>
                <a:srgbClr val="9BAEB5"/>
              </a:buClr>
              <a:buSzPts val="1860"/>
              <a:buFont typeface="Trebuchet MS"/>
              <a:buAutoNum type="arabicPeriod"/>
            </a:pPr>
            <a:r>
              <a:rPr lang="en-US"/>
              <a:t>Kualifikasi BAN 6</a:t>
            </a:r>
            <a:endParaRPr/>
          </a:p>
          <a:p>
            <a:pPr indent="-346075" lvl="0" marL="358775" rtl="0" algn="l">
              <a:lnSpc>
                <a:spcPct val="100000"/>
              </a:lnSpc>
              <a:spcBef>
                <a:spcPts val="675"/>
              </a:spcBef>
              <a:spcAft>
                <a:spcPts val="0"/>
              </a:spcAft>
              <a:buClr>
                <a:srgbClr val="9BAEB5"/>
              </a:buClr>
              <a:buSzPts val="1860"/>
              <a:buFont typeface="Trebuchet MS"/>
              <a:buAutoNum type="arabicPeriod"/>
            </a:pPr>
            <a:r>
              <a:rPr lang="en-US"/>
              <a:t>Final BAN 10</a:t>
            </a:r>
            <a:endParaRPr/>
          </a:p>
          <a:p>
            <a:pPr indent="-346075" lvl="0" marL="358775" rtl="0" algn="l">
              <a:lnSpc>
                <a:spcPct val="100000"/>
              </a:lnSpc>
              <a:spcBef>
                <a:spcPts val="675"/>
              </a:spcBef>
              <a:spcAft>
                <a:spcPts val="0"/>
              </a:spcAft>
              <a:buClr>
                <a:srgbClr val="9BAEB5"/>
              </a:buClr>
              <a:buSzPts val="1860"/>
              <a:buFont typeface="Trebuchet MS"/>
              <a:buAutoNum type="arabicPeriod"/>
            </a:pPr>
            <a:r>
              <a:rPr b="1" lang="en-US"/>
              <a:t>JIKA PADA ACAK BAGAN, DAN BERTEMU LAWAN DARI SATU SEKOLAH YANG SAMA MAKA TIDAK ADA PENGULANGAN ACAK BAGAN DAN HARUS DITERIMA</a:t>
            </a:r>
            <a:endParaRPr b="1"/>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9"/>
          <p:cNvSpPr txBox="1"/>
          <p:nvPr/>
        </p:nvSpPr>
        <p:spPr>
          <a:xfrm>
            <a:off x="2534310" y="921366"/>
            <a:ext cx="7729800" cy="1213500"/>
          </a:xfrm>
          <a:prstGeom prst="rect">
            <a:avLst/>
          </a:prstGeom>
          <a:solidFill>
            <a:srgbClr val="FFFFFF"/>
          </a:solidFill>
          <a:ln cap="flat" cmpd="sng" w="31750">
            <a:solidFill>
              <a:srgbClr val="404040"/>
            </a:solidFill>
            <a:prstDash val="solid"/>
            <a:round/>
            <a:headEnd len="sm" w="sm" type="none"/>
            <a:tailEnd len="sm" w="sm" type="none"/>
          </a:ln>
        </p:spPr>
        <p:txBody>
          <a:bodyPr anchorCtr="0" anchor="t" bIns="0" lIns="0" spcFirstLastPara="1" rIns="0" wrap="square" tIns="347975">
            <a:spAutoFit/>
          </a:bodyPr>
          <a:lstStyle/>
          <a:p>
            <a:pPr indent="0" lvl="0" marL="0" marR="20955" rtl="0" algn="ctr">
              <a:lnSpc>
                <a:spcPct val="100000"/>
              </a:lnSpc>
              <a:spcBef>
                <a:spcPts val="0"/>
              </a:spcBef>
              <a:spcAft>
                <a:spcPts val="0"/>
              </a:spcAft>
              <a:buClr>
                <a:srgbClr val="000000"/>
              </a:buClr>
              <a:buSzPts val="2800"/>
              <a:buFont typeface="Arial"/>
              <a:buNone/>
            </a:pPr>
            <a:r>
              <a:rPr b="1" i="0" lang="en-US" sz="2800" u="none" cap="none" strike="noStrike">
                <a:solidFill>
                  <a:srgbClr val="252525"/>
                </a:solidFill>
                <a:latin typeface="Times New Roman"/>
                <a:ea typeface="Times New Roman"/>
                <a:cs typeface="Times New Roman"/>
                <a:sym typeface="Times New Roman"/>
              </a:rPr>
              <a:t>TERIMAKASIH</a:t>
            </a:r>
            <a:endParaRPr/>
          </a:p>
          <a:p>
            <a:pPr indent="0" lvl="0" marL="0" marR="20955" rtl="0" algn="ctr">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Times New Roman"/>
              <a:ea typeface="Times New Roman"/>
              <a:cs typeface="Times New Roman"/>
              <a:sym typeface="Times New Roman"/>
            </a:endParaRPr>
          </a:p>
        </p:txBody>
      </p:sp>
      <p:sp>
        <p:nvSpPr>
          <p:cNvPr id="117" name="Google Shape;117;p9"/>
          <p:cNvSpPr txBox="1"/>
          <p:nvPr/>
        </p:nvSpPr>
        <p:spPr>
          <a:xfrm>
            <a:off x="2412925" y="2344393"/>
            <a:ext cx="7972500" cy="3243900"/>
          </a:xfrm>
          <a:prstGeom prst="rect">
            <a:avLst/>
          </a:prstGeom>
          <a:noFill/>
          <a:ln>
            <a:noFill/>
          </a:ln>
        </p:spPr>
        <p:txBody>
          <a:bodyPr anchorCtr="0" anchor="t" bIns="0" lIns="0" spcFirstLastPara="1" rIns="0" wrap="square" tIns="138425">
            <a:spAutoFit/>
          </a:bodyPr>
          <a:lstStyle/>
          <a:p>
            <a:pPr indent="0" lvl="0" marL="0" marR="0" rtl="0" algn="ctr">
              <a:lnSpc>
                <a:spcPct val="100000"/>
              </a:lnSpc>
              <a:spcBef>
                <a:spcPts val="0"/>
              </a:spcBef>
              <a:spcAft>
                <a:spcPts val="0"/>
              </a:spcAft>
              <a:buClr>
                <a:srgbClr val="000000"/>
              </a:buClr>
              <a:buSzPts val="3700"/>
              <a:buFont typeface="Arial"/>
              <a:buNone/>
            </a:pPr>
            <a:r>
              <a:rPr b="0" i="0" lang="en-US" sz="3700" u="none" cap="none" strike="noStrike">
                <a:solidFill>
                  <a:srgbClr val="252525"/>
                </a:solidFill>
                <a:latin typeface="Times New Roman"/>
                <a:ea typeface="Times New Roman"/>
                <a:cs typeface="Times New Roman"/>
                <a:sym typeface="Times New Roman"/>
              </a:rPr>
              <a:t>LOKASI DAN TANGGAL PERTANDINGAN :</a:t>
            </a:r>
            <a:endParaRPr b="0" i="0" sz="3700" u="none" cap="none" strike="noStrike">
              <a:solidFill>
                <a:srgbClr val="252525"/>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3700"/>
              <a:buFont typeface="Arial"/>
              <a:buNone/>
            </a:pPr>
            <a:r>
              <a:t/>
            </a:r>
            <a:endParaRPr sz="3700">
              <a:solidFill>
                <a:srgbClr val="252525"/>
              </a:solidFill>
              <a:latin typeface="Times New Roman"/>
              <a:ea typeface="Times New Roman"/>
              <a:cs typeface="Times New Roman"/>
              <a:sym typeface="Times New Roman"/>
            </a:endParaRPr>
          </a:p>
          <a:p>
            <a:pPr indent="0" lvl="0" marL="0" marR="0" rtl="0" algn="ctr">
              <a:lnSpc>
                <a:spcPct val="100000"/>
              </a:lnSpc>
              <a:spcBef>
                <a:spcPts val="1000"/>
              </a:spcBef>
              <a:spcAft>
                <a:spcPts val="0"/>
              </a:spcAft>
              <a:buNone/>
            </a:pPr>
            <a:r>
              <a:rPr b="1" i="0" lang="en-US" sz="3700" u="none" cap="none" strike="noStrike">
                <a:solidFill>
                  <a:srgbClr val="252525"/>
                </a:solidFill>
                <a:latin typeface="Times New Roman"/>
                <a:ea typeface="Times New Roman"/>
                <a:cs typeface="Times New Roman"/>
                <a:sym typeface="Times New Roman"/>
              </a:rPr>
              <a:t>GRAHA YOWANA SUCI</a:t>
            </a:r>
            <a:endParaRPr b="1" i="0" sz="3700" u="none" cap="none" strike="noStrike">
              <a:solidFill>
                <a:srgbClr val="252525"/>
              </a:solidFill>
              <a:latin typeface="Times New Roman"/>
              <a:ea typeface="Times New Roman"/>
              <a:cs typeface="Times New Roman"/>
              <a:sym typeface="Times New Roman"/>
            </a:endParaRPr>
          </a:p>
          <a:p>
            <a:pPr indent="0" lvl="0" marL="0" marR="0" rtl="0" algn="ctr">
              <a:lnSpc>
                <a:spcPct val="100000"/>
              </a:lnSpc>
              <a:spcBef>
                <a:spcPts val="1000"/>
              </a:spcBef>
              <a:spcAft>
                <a:spcPts val="0"/>
              </a:spcAft>
              <a:buNone/>
            </a:pPr>
            <a:r>
              <a:rPr b="1" lang="en-US" sz="3700">
                <a:solidFill>
                  <a:srgbClr val="252525"/>
                </a:solidFill>
                <a:latin typeface="Times New Roman"/>
                <a:ea typeface="Times New Roman"/>
                <a:cs typeface="Times New Roman"/>
                <a:sym typeface="Times New Roman"/>
              </a:rPr>
              <a:t>26 MARET 2026</a:t>
            </a:r>
            <a:endParaRPr b="1" sz="3700">
              <a:solidFill>
                <a:srgbClr val="252525"/>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2026-03-13T14:03:45Z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2025-07-06T16:00:00Z</vt:filetime>
  </property>
  <property fmtid="{D5CDD505-2E9C-101B-9397-08002B2CF9AE}" pid="3" name="Creator">
    <vt:lpwstr>WPS Presentation</vt:lpwstr>
  </property>
  <property fmtid="{D5CDD505-2E9C-101B-9397-08002B2CF9AE}" pid="4" name="LastSaved">
    <vt:filetime>2026-01-24T16:00:00Z</vt:filetime>
  </property>
  <property fmtid="{D5CDD505-2E9C-101B-9397-08002B2CF9AE}" pid="5" name="SourceModified">
    <vt:lpwstr>D:20250703132744+05'27'</vt:lpwstr>
  </property>
  <property fmtid="{D5CDD505-2E9C-101B-9397-08002B2CF9AE}" pid="6" name="ICV">
    <vt:lpwstr>AE7D0AA1C52A26D555C3B369D650A3FD_43</vt:lpwstr>
  </property>
  <property fmtid="{D5CDD505-2E9C-101B-9397-08002B2CF9AE}" pid="7" name="KSOProductBuildVer">
    <vt:lpwstr>1033-12.8.2.22595</vt:lpwstr>
  </property>
</Properties>
</file>